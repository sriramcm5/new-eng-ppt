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972" y="1065806"/>
            <a:ext cx="15934055" cy="1031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330" y="2977095"/>
            <a:ext cx="3990974" cy="10191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324225" y="5314711"/>
            <a:ext cx="11639550" cy="2486025"/>
          </a:xfrm>
          <a:custGeom>
            <a:avLst/>
            <a:gdLst/>
            <a:ahLst/>
            <a:cxnLst/>
            <a:rect l="l" t="t" r="r" b="b"/>
            <a:pathLst>
              <a:path w="11639550" h="2486025">
                <a:moveTo>
                  <a:pt x="11639549" y="2486024"/>
                </a:moveTo>
                <a:lnTo>
                  <a:pt x="0" y="2486024"/>
                </a:lnTo>
                <a:lnTo>
                  <a:pt x="0" y="0"/>
                </a:lnTo>
                <a:lnTo>
                  <a:pt x="11639549" y="0"/>
                </a:lnTo>
                <a:lnTo>
                  <a:pt x="11639549" y="24860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88610" y="5892561"/>
            <a:ext cx="10101580" cy="947419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32384" marR="5080" indent="-20320">
              <a:lnSpc>
                <a:spcPts val="3300"/>
              </a:lnSpc>
              <a:spcBef>
                <a:spcPts val="760"/>
              </a:spcBef>
            </a:pPr>
            <a:r>
              <a:rPr dirty="0" sz="3300" spc="-80"/>
              <a:t>U</a:t>
            </a:r>
            <a:r>
              <a:rPr dirty="0" sz="3300" spc="-95"/>
              <a:t>n</a:t>
            </a:r>
            <a:r>
              <a:rPr dirty="0" sz="3300" spc="-175"/>
              <a:t>l</a:t>
            </a:r>
            <a:r>
              <a:rPr dirty="0" sz="3300" spc="-190"/>
              <a:t>e</a:t>
            </a:r>
            <a:r>
              <a:rPr dirty="0" sz="3300" spc="-204"/>
              <a:t>a</a:t>
            </a:r>
            <a:r>
              <a:rPr dirty="0" sz="3300" spc="-260"/>
              <a:t>s</a:t>
            </a:r>
            <a:r>
              <a:rPr dirty="0" sz="3300" spc="-95"/>
              <a:t>h</a:t>
            </a:r>
            <a:r>
              <a:rPr dirty="0" sz="3300" spc="-175"/>
              <a:t>i</a:t>
            </a:r>
            <a:r>
              <a:rPr dirty="0" sz="3300" spc="-80"/>
              <a:t>n</a:t>
            </a:r>
            <a:r>
              <a:rPr dirty="0" sz="3300" spc="-20"/>
              <a:t>g</a:t>
            </a:r>
            <a:r>
              <a:rPr dirty="0" sz="3300" spc="-220"/>
              <a:t> </a:t>
            </a:r>
            <a:r>
              <a:rPr dirty="0" sz="3300" spc="-105"/>
              <a:t>t</a:t>
            </a:r>
            <a:r>
              <a:rPr dirty="0" sz="3300" spc="-80"/>
              <a:t>h</a:t>
            </a:r>
            <a:r>
              <a:rPr dirty="0" sz="3300" spc="-140"/>
              <a:t>e</a:t>
            </a:r>
            <a:r>
              <a:rPr dirty="0" sz="3300" spc="-220"/>
              <a:t> </a:t>
            </a:r>
            <a:r>
              <a:rPr dirty="0" sz="3300" spc="-65"/>
              <a:t>P</a:t>
            </a:r>
            <a:r>
              <a:rPr dirty="0" sz="3300" spc="-190"/>
              <a:t>o</a:t>
            </a:r>
            <a:r>
              <a:rPr dirty="0" sz="3300" spc="-250"/>
              <a:t>w</a:t>
            </a:r>
            <a:r>
              <a:rPr dirty="0" sz="3300" spc="-140"/>
              <a:t>e</a:t>
            </a:r>
            <a:r>
              <a:rPr dirty="0" sz="3300" spc="-254"/>
              <a:t>r</a:t>
            </a:r>
            <a:r>
              <a:rPr dirty="0" sz="3300" spc="-220"/>
              <a:t> </a:t>
            </a:r>
            <a:r>
              <a:rPr dirty="0" sz="3300" spc="-140"/>
              <a:t>o</a:t>
            </a:r>
            <a:r>
              <a:rPr dirty="0" sz="3300" spc="-180"/>
              <a:t>f</a:t>
            </a:r>
            <a:r>
              <a:rPr dirty="0" sz="3300" spc="-220"/>
              <a:t> </a:t>
            </a:r>
            <a:r>
              <a:rPr dirty="0" sz="3300" spc="-15"/>
              <a:t>D</a:t>
            </a:r>
            <a:r>
              <a:rPr dirty="0" sz="3300" spc="-204"/>
              <a:t>a</a:t>
            </a:r>
            <a:r>
              <a:rPr dirty="0" sz="3300" spc="-105"/>
              <a:t>t</a:t>
            </a:r>
            <a:r>
              <a:rPr dirty="0" sz="3300" spc="-204"/>
              <a:t>a</a:t>
            </a:r>
            <a:r>
              <a:rPr dirty="0" sz="3300" spc="-220"/>
              <a:t> </a:t>
            </a:r>
            <a:r>
              <a:rPr dirty="0" sz="3300" spc="-270"/>
              <a:t>S</a:t>
            </a:r>
            <a:r>
              <a:rPr dirty="0" sz="3300" spc="-25"/>
              <a:t>c</a:t>
            </a:r>
            <a:r>
              <a:rPr dirty="0" sz="3300" spc="-175"/>
              <a:t>i</a:t>
            </a:r>
            <a:r>
              <a:rPr dirty="0" sz="3300" spc="-140"/>
              <a:t>e</a:t>
            </a:r>
            <a:r>
              <a:rPr dirty="0" sz="3300" spc="-80"/>
              <a:t>n</a:t>
            </a:r>
            <a:r>
              <a:rPr dirty="0" sz="3300" spc="-55"/>
              <a:t>c</a:t>
            </a:r>
            <a:r>
              <a:rPr dirty="0" sz="3300" spc="-140"/>
              <a:t>e</a:t>
            </a:r>
            <a:r>
              <a:rPr dirty="0" sz="3300" spc="-525"/>
              <a:t>:</a:t>
            </a:r>
            <a:r>
              <a:rPr dirty="0" sz="3300" spc="-220"/>
              <a:t> </a:t>
            </a:r>
            <a:r>
              <a:rPr dirty="0" sz="3300" spc="-15"/>
              <a:t>D</a:t>
            </a:r>
            <a:r>
              <a:rPr dirty="0" sz="3300" spc="-275"/>
              <a:t>r</a:t>
            </a:r>
            <a:r>
              <a:rPr dirty="0" sz="3300" spc="-175"/>
              <a:t>i</a:t>
            </a:r>
            <a:r>
              <a:rPr dirty="0" sz="3300" spc="-240"/>
              <a:t>v</a:t>
            </a:r>
            <a:r>
              <a:rPr dirty="0" sz="3300" spc="-175"/>
              <a:t>i</a:t>
            </a:r>
            <a:r>
              <a:rPr dirty="0" sz="3300" spc="-80"/>
              <a:t>n</a:t>
            </a:r>
            <a:r>
              <a:rPr dirty="0" sz="3300" spc="-15"/>
              <a:t>g  </a:t>
            </a:r>
            <a:r>
              <a:rPr dirty="0" sz="3300" spc="-5"/>
              <a:t>B</a:t>
            </a:r>
            <a:r>
              <a:rPr dirty="0" sz="3300" spc="-105"/>
              <a:t>u</a:t>
            </a:r>
            <a:r>
              <a:rPr dirty="0" sz="3300" spc="-260"/>
              <a:t>s</a:t>
            </a:r>
            <a:r>
              <a:rPr dirty="0" sz="3300" spc="-175"/>
              <a:t>i</a:t>
            </a:r>
            <a:r>
              <a:rPr dirty="0" sz="3300" spc="-80"/>
              <a:t>n</a:t>
            </a:r>
            <a:r>
              <a:rPr dirty="0" sz="3300" spc="-140"/>
              <a:t>e</a:t>
            </a:r>
            <a:r>
              <a:rPr dirty="0" sz="3300" spc="-260"/>
              <a:t>ss</a:t>
            </a:r>
            <a:r>
              <a:rPr dirty="0" sz="3300" spc="-220"/>
              <a:t> </a:t>
            </a:r>
            <a:r>
              <a:rPr dirty="0" sz="3300" spc="-750"/>
              <a:t>I</a:t>
            </a:r>
            <a:r>
              <a:rPr dirty="0" sz="3300" spc="-95"/>
              <a:t>n</a:t>
            </a:r>
            <a:r>
              <a:rPr dirty="0" sz="3300" spc="-260"/>
              <a:t>s</a:t>
            </a:r>
            <a:r>
              <a:rPr dirty="0" sz="3300" spc="-175"/>
              <a:t>i</a:t>
            </a:r>
            <a:r>
              <a:rPr dirty="0" sz="3300" spc="-20"/>
              <a:t>g</a:t>
            </a:r>
            <a:r>
              <a:rPr dirty="0" sz="3300" spc="-95"/>
              <a:t>h</a:t>
            </a:r>
            <a:r>
              <a:rPr dirty="0" sz="3300" spc="-105"/>
              <a:t>t</a:t>
            </a:r>
            <a:r>
              <a:rPr dirty="0" sz="3300" spc="-260"/>
              <a:t>s</a:t>
            </a:r>
            <a:r>
              <a:rPr dirty="0" sz="3300" spc="-220"/>
              <a:t> </a:t>
            </a:r>
            <a:r>
              <a:rPr dirty="0" sz="3300" spc="-105"/>
              <a:t>t</a:t>
            </a:r>
            <a:r>
              <a:rPr dirty="0" sz="3300" spc="-95"/>
              <a:t>h</a:t>
            </a:r>
            <a:r>
              <a:rPr dirty="0" sz="3300" spc="-290"/>
              <a:t>r</a:t>
            </a:r>
            <a:r>
              <a:rPr dirty="0" sz="3300" spc="-140"/>
              <a:t>o</a:t>
            </a:r>
            <a:r>
              <a:rPr dirty="0" sz="3300" spc="-105"/>
              <a:t>u</a:t>
            </a:r>
            <a:r>
              <a:rPr dirty="0" sz="3300" spc="-20"/>
              <a:t>g</a:t>
            </a:r>
            <a:r>
              <a:rPr dirty="0" sz="3300" spc="-95"/>
              <a:t>h</a:t>
            </a:r>
            <a:r>
              <a:rPr dirty="0" sz="3300" spc="-220"/>
              <a:t> </a:t>
            </a:r>
            <a:r>
              <a:rPr dirty="0" sz="3300" spc="-114"/>
              <a:t>A</a:t>
            </a:r>
            <a:r>
              <a:rPr dirty="0" sz="3300" spc="-45"/>
              <a:t>d</a:t>
            </a:r>
            <a:r>
              <a:rPr dirty="0" sz="3300" spc="-300"/>
              <a:t>v</a:t>
            </a:r>
            <a:r>
              <a:rPr dirty="0" sz="3300" spc="-204"/>
              <a:t>a</a:t>
            </a:r>
            <a:r>
              <a:rPr dirty="0" sz="3300" spc="-80"/>
              <a:t>n</a:t>
            </a:r>
            <a:r>
              <a:rPr dirty="0" sz="3300" spc="-55"/>
              <a:t>c</a:t>
            </a:r>
            <a:r>
              <a:rPr dirty="0" sz="3300" spc="-140"/>
              <a:t>e</a:t>
            </a:r>
            <a:r>
              <a:rPr dirty="0" sz="3300" spc="-45"/>
              <a:t>d</a:t>
            </a:r>
            <a:r>
              <a:rPr dirty="0" sz="3300" spc="-220"/>
              <a:t> </a:t>
            </a:r>
            <a:r>
              <a:rPr dirty="0" sz="3300" spc="-95"/>
              <a:t>A</a:t>
            </a:r>
            <a:r>
              <a:rPr dirty="0" sz="3300" spc="-95"/>
              <a:t>n</a:t>
            </a:r>
            <a:r>
              <a:rPr dirty="0" sz="3300" spc="-204"/>
              <a:t>a</a:t>
            </a:r>
            <a:r>
              <a:rPr dirty="0" sz="3300" spc="-175"/>
              <a:t>l</a:t>
            </a:r>
            <a:r>
              <a:rPr dirty="0" sz="3300" spc="-200"/>
              <a:t>y</a:t>
            </a:r>
            <a:r>
              <a:rPr dirty="0" sz="3300" spc="-105"/>
              <a:t>t</a:t>
            </a:r>
            <a:r>
              <a:rPr dirty="0" sz="3300" spc="-175"/>
              <a:t>i</a:t>
            </a:r>
            <a:r>
              <a:rPr dirty="0" sz="3300" spc="-25"/>
              <a:t>c</a:t>
            </a:r>
            <a:r>
              <a:rPr dirty="0" sz="3300" spc="-260"/>
              <a:t>s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62"/>
            <a:ext cx="18281650" cy="10285095"/>
            <a:chOff x="0" y="2162"/>
            <a:chExt cx="18281650" cy="10285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2"/>
              <a:ext cx="18281065" cy="102848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4731766"/>
              <a:ext cx="9215120" cy="4476750"/>
            </a:xfrm>
            <a:custGeom>
              <a:avLst/>
              <a:gdLst/>
              <a:ahLst/>
              <a:cxnLst/>
              <a:rect l="l" t="t" r="r" b="b"/>
              <a:pathLst>
                <a:path w="9215120" h="4476750">
                  <a:moveTo>
                    <a:pt x="9215029" y="4476749"/>
                  </a:moveTo>
                  <a:lnTo>
                    <a:pt x="0" y="4476749"/>
                  </a:lnTo>
                  <a:lnTo>
                    <a:pt x="0" y="0"/>
                  </a:lnTo>
                  <a:lnTo>
                    <a:pt x="9215029" y="0"/>
                  </a:lnTo>
                  <a:lnTo>
                    <a:pt x="9215029" y="4476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590671" y="5187925"/>
            <a:ext cx="6416675" cy="29724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 b="1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12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5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2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75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5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45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15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19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400" spc="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6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400" spc="-35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400" spc="9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oo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55">
                <a:solidFill>
                  <a:srgbClr val="FFFFFF"/>
                </a:solidFill>
                <a:latin typeface="Verdana"/>
                <a:cs typeface="Verdana"/>
              </a:rPr>
              <a:t>r 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400" spc="9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8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20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6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9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15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360">
                <a:solidFill>
                  <a:srgbClr val="FFFFFF"/>
                </a:solidFill>
                <a:latin typeface="Verdana"/>
                <a:cs typeface="Verdana"/>
              </a:rPr>
              <a:t>.  </a:t>
            </a:r>
            <a:r>
              <a:rPr dirty="0" sz="2400" spc="-10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-10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9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150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4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20" b="1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170" b="1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2400" spc="-12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45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15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0" b="1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14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55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12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-95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400" spc="-5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5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150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365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21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400" spc="12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65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dirty="0" sz="2400" spc="60">
                <a:solidFill>
                  <a:srgbClr val="FFFFFF"/>
                </a:solidFill>
                <a:latin typeface="Verdana"/>
                <a:cs typeface="Verdana"/>
              </a:rPr>
              <a:t>can </a:t>
            </a:r>
            <a:r>
              <a:rPr dirty="0" sz="2400" spc="50">
                <a:solidFill>
                  <a:srgbClr val="FFFFFF"/>
                </a:solidFill>
                <a:latin typeface="Verdana"/>
                <a:cs typeface="Verdana"/>
              </a:rPr>
              <a:t>gain 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2400" spc="30">
                <a:solidFill>
                  <a:srgbClr val="FFFFFF"/>
                </a:solidFill>
                <a:latin typeface="Verdana"/>
                <a:cs typeface="Verdana"/>
              </a:rPr>
              <a:t>competitive </a:t>
            </a:r>
            <a:r>
              <a:rPr dirty="0" sz="2400" spc="80">
                <a:solidFill>
                  <a:srgbClr val="FFFFFF"/>
                </a:solidFill>
                <a:latin typeface="Verdana"/>
                <a:cs typeface="Verdana"/>
              </a:rPr>
              <a:t>edge </a:t>
            </a:r>
            <a:r>
              <a:rPr dirty="0" sz="2400" spc="7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drive </a:t>
            </a:r>
            <a:r>
              <a:rPr dirty="0" sz="24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400" spc="-65" b="1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-150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45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150" b="1">
                <a:solidFill>
                  <a:srgbClr val="FFFFFF"/>
                </a:solidFill>
                <a:latin typeface="Verdana"/>
                <a:cs typeface="Verdana"/>
              </a:rPr>
              <a:t>ss</a:t>
            </a:r>
            <a:r>
              <a:rPr dirty="0" sz="2400" spc="-14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b="1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400" spc="-185" b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400" spc="-120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70" b="1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400" spc="-5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55" b="1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-365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400" spc="-10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45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ill 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14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10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35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10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75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90">
                <a:solidFill>
                  <a:srgbClr val="FFFFFF"/>
                </a:solidFill>
                <a:latin typeface="Verdana"/>
                <a:cs typeface="Verdana"/>
              </a:rPr>
              <a:t>d  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145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10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4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8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4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16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24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400" spc="-65" b="1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400" spc="-150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45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120" b="1">
                <a:solidFill>
                  <a:srgbClr val="FFFFFF"/>
                </a:solidFill>
                <a:latin typeface="Verdana"/>
                <a:cs typeface="Verdana"/>
              </a:rPr>
              <a:t>ss  </a:t>
            </a:r>
            <a:r>
              <a:rPr dirty="0" sz="2400" spc="-114" b="1">
                <a:solidFill>
                  <a:srgbClr val="FFFFFF"/>
                </a:solidFill>
                <a:latin typeface="Verdana"/>
                <a:cs typeface="Verdana"/>
              </a:rPr>
              <a:t>insights</a:t>
            </a:r>
            <a:r>
              <a:rPr dirty="0" sz="2400" spc="-114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956" y="4662554"/>
            <a:ext cx="15935324" cy="44862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966120"/>
            <a:ext cx="9220200" cy="1390650"/>
          </a:xfrm>
          <a:custGeom>
            <a:avLst/>
            <a:gdLst/>
            <a:ahLst/>
            <a:cxnLst/>
            <a:rect l="l" t="t" r="r" b="b"/>
            <a:pathLst>
              <a:path w="9220200" h="1390650">
                <a:moveTo>
                  <a:pt x="9220199" y="1390649"/>
                </a:moveTo>
                <a:lnTo>
                  <a:pt x="0" y="1390649"/>
                </a:lnTo>
                <a:lnTo>
                  <a:pt x="0" y="0"/>
                </a:lnTo>
                <a:lnTo>
                  <a:pt x="9220199" y="0"/>
                </a:lnTo>
                <a:lnTo>
                  <a:pt x="9220199" y="1390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76972" y="1086700"/>
            <a:ext cx="1410335" cy="1000760"/>
          </a:xfrm>
          <a:prstGeom prst="rect"/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 spc="35"/>
              <a:t>W</a:t>
            </a:r>
            <a:r>
              <a:rPr dirty="0" sz="2400" spc="-70"/>
              <a:t>h</a:t>
            </a:r>
            <a:r>
              <a:rPr dirty="0" sz="2400" spc="-150"/>
              <a:t>a</a:t>
            </a:r>
            <a:r>
              <a:rPr dirty="0" sz="2400" spc="-80"/>
              <a:t>t</a:t>
            </a:r>
            <a:r>
              <a:rPr dirty="0" sz="2400" spc="-160"/>
              <a:t> </a:t>
            </a:r>
            <a:r>
              <a:rPr dirty="0" sz="2400" spc="-130"/>
              <a:t>i</a:t>
            </a:r>
            <a:r>
              <a:rPr dirty="0" sz="2400" spc="-135"/>
              <a:t>s  </a:t>
            </a:r>
            <a:r>
              <a:rPr dirty="0" sz="2400" spc="-95"/>
              <a:t>Data </a:t>
            </a:r>
            <a:r>
              <a:rPr dirty="0" sz="2400" spc="-90"/>
              <a:t> </a:t>
            </a:r>
            <a:r>
              <a:rPr dirty="0" sz="2400" spc="-200"/>
              <a:t>S</a:t>
            </a:r>
            <a:r>
              <a:rPr dirty="0" sz="2400" spc="-20"/>
              <a:t>c</a:t>
            </a:r>
            <a:r>
              <a:rPr dirty="0" sz="2400" spc="-130"/>
              <a:t>i</a:t>
            </a:r>
            <a:r>
              <a:rPr dirty="0" sz="2400" spc="-105"/>
              <a:t>e</a:t>
            </a:r>
            <a:r>
              <a:rPr dirty="0" sz="2400" spc="-60"/>
              <a:t>n</a:t>
            </a:r>
            <a:r>
              <a:rPr dirty="0" sz="2400" spc="-40"/>
              <a:t>c</a:t>
            </a:r>
            <a:r>
              <a:rPr dirty="0" sz="2400" spc="-215"/>
              <a:t>e</a:t>
            </a:r>
            <a:r>
              <a:rPr dirty="0" sz="2400" spc="-90"/>
              <a:t>?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162077" y="1435213"/>
            <a:ext cx="4815205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9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4100" spc="-40" b="1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4100" spc="-155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4100" spc="-114" b="1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4100" spc="-12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4100" spc="-2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100" spc="-12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4100" spc="-80" b="1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4100" spc="-16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4100" spc="-2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100" spc="-40" b="1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4100" spc="-355" b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4100" spc="-155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4100" spc="-434" b="1">
                <a:solidFill>
                  <a:srgbClr val="FFFFFF"/>
                </a:solidFill>
                <a:latin typeface="Verdana"/>
                <a:cs typeface="Verdana"/>
              </a:rPr>
              <a:t>j</a:t>
            </a:r>
            <a:r>
              <a:rPr dirty="0" sz="4100" spc="-16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4100" spc="5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4100" spc="-12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4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2063" y="1497435"/>
            <a:ext cx="7084059" cy="27343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45"/>
              </a:spcBef>
            </a:pPr>
            <a:r>
              <a:rPr dirty="0" sz="2400" spc="25">
                <a:latin typeface="Verdana"/>
                <a:cs typeface="Verdana"/>
              </a:rPr>
              <a:t>Data </a:t>
            </a:r>
            <a:r>
              <a:rPr dirty="0" sz="2400" spc="20">
                <a:latin typeface="Verdana"/>
                <a:cs typeface="Verdana"/>
              </a:rPr>
              <a:t>Science </a:t>
            </a:r>
            <a:r>
              <a:rPr dirty="0" sz="2400" spc="-45">
                <a:latin typeface="Verdana"/>
                <a:cs typeface="Verdana"/>
              </a:rPr>
              <a:t>is </a:t>
            </a:r>
            <a:r>
              <a:rPr dirty="0" sz="2400" spc="40">
                <a:latin typeface="Verdana"/>
                <a:cs typeface="Verdana"/>
              </a:rPr>
              <a:t>an </a:t>
            </a:r>
            <a:r>
              <a:rPr dirty="0" sz="2400" spc="5">
                <a:latin typeface="Verdana"/>
                <a:cs typeface="Verdana"/>
              </a:rPr>
              <a:t>interdisciplinary </a:t>
            </a:r>
            <a:r>
              <a:rPr dirty="0" sz="2400" spc="70">
                <a:latin typeface="Verdana"/>
                <a:cs typeface="Verdana"/>
              </a:rPr>
              <a:t>ﬁeld </a:t>
            </a:r>
            <a:r>
              <a:rPr dirty="0" sz="2400" spc="30">
                <a:latin typeface="Verdana"/>
                <a:cs typeface="Verdana"/>
              </a:rPr>
              <a:t>that </a:t>
            </a:r>
            <a:r>
              <a:rPr dirty="0" sz="2400" spc="-830">
                <a:latin typeface="Verdana"/>
                <a:cs typeface="Verdana"/>
              </a:rPr>
              <a:t> 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5" b="1">
                <a:latin typeface="Verdana"/>
                <a:cs typeface="Verdana"/>
              </a:rPr>
              <a:t>c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-80" b="1">
                <a:latin typeface="Verdana"/>
                <a:cs typeface="Verdana"/>
              </a:rPr>
              <a:t>e</a:t>
            </a:r>
            <a:r>
              <a:rPr dirty="0" sz="2400" spc="-55" b="1">
                <a:latin typeface="Verdana"/>
                <a:cs typeface="Verdana"/>
              </a:rPr>
              <a:t>n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95" b="1">
                <a:latin typeface="Verdana"/>
                <a:cs typeface="Verdana"/>
              </a:rPr>
              <a:t>ﬁ</a:t>
            </a:r>
            <a:r>
              <a:rPr dirty="0" sz="2400" spc="5" b="1">
                <a:latin typeface="Verdana"/>
                <a:cs typeface="Verdana"/>
              </a:rPr>
              <a:t>c</a:t>
            </a:r>
            <a:r>
              <a:rPr dirty="0" sz="2400" spc="-145" b="1">
                <a:latin typeface="Verdana"/>
                <a:cs typeface="Verdana"/>
              </a:rPr>
              <a:t> </a:t>
            </a:r>
            <a:r>
              <a:rPr dirty="0" sz="2400" spc="-15" b="1">
                <a:latin typeface="Verdana"/>
                <a:cs typeface="Verdana"/>
              </a:rPr>
              <a:t>m</a:t>
            </a:r>
            <a:r>
              <a:rPr dirty="0" sz="2400" spc="-80" b="1">
                <a:latin typeface="Verdana"/>
                <a:cs typeface="Verdana"/>
              </a:rPr>
              <a:t>e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45" b="1">
                <a:latin typeface="Verdana"/>
                <a:cs typeface="Verdana"/>
              </a:rPr>
              <a:t>h</a:t>
            </a:r>
            <a:r>
              <a:rPr dirty="0" sz="2400" spc="-80" b="1">
                <a:latin typeface="Verdana"/>
                <a:cs typeface="Verdana"/>
              </a:rPr>
              <a:t>o</a:t>
            </a:r>
            <a:r>
              <a:rPr dirty="0" sz="2400" spc="-20" b="1">
                <a:latin typeface="Verdana"/>
                <a:cs typeface="Verdana"/>
              </a:rPr>
              <a:t>d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365">
                <a:latin typeface="Verdana"/>
                <a:cs typeface="Verdana"/>
              </a:rPr>
              <a:t>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p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ss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360">
                <a:latin typeface="Verdana"/>
                <a:cs typeface="Verdana"/>
              </a:rPr>
              <a:t>, 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15">
                <a:latin typeface="Verdana"/>
                <a:cs typeface="Verdana"/>
              </a:rPr>
              <a:t>l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85">
                <a:latin typeface="Verdana"/>
                <a:cs typeface="Verdana"/>
              </a:rPr>
              <a:t>r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105">
                <a:latin typeface="Verdana"/>
                <a:cs typeface="Verdana"/>
              </a:rPr>
              <a:t>h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05">
                <a:latin typeface="Verdana"/>
                <a:cs typeface="Verdana"/>
              </a:rPr>
              <a:t>s</a:t>
            </a:r>
            <a:r>
              <a:rPr dirty="0" sz="2400" spc="-135">
                <a:latin typeface="Verdana"/>
                <a:cs typeface="Verdana"/>
              </a:rPr>
              <a:t>y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e</a:t>
            </a:r>
            <a:r>
              <a:rPr dirty="0" sz="2400" spc="-140">
                <a:latin typeface="Verdana"/>
                <a:cs typeface="Verdana"/>
              </a:rPr>
              <a:t>x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90">
                <a:latin typeface="Verdana"/>
                <a:cs typeface="Verdana"/>
              </a:rPr>
              <a:t>r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10">
                <a:latin typeface="Verdana"/>
                <a:cs typeface="Verdana"/>
              </a:rPr>
              <a:t>c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0" b="1">
                <a:latin typeface="Verdana"/>
                <a:cs typeface="Verdana"/>
              </a:rPr>
              <a:t>k</a:t>
            </a:r>
            <a:r>
              <a:rPr dirty="0" sz="2400" spc="-45" b="1">
                <a:latin typeface="Verdana"/>
                <a:cs typeface="Verdana"/>
              </a:rPr>
              <a:t>n</a:t>
            </a:r>
            <a:r>
              <a:rPr dirty="0" sz="2400" spc="-120" b="1">
                <a:latin typeface="Verdana"/>
                <a:cs typeface="Verdana"/>
              </a:rPr>
              <a:t>o</a:t>
            </a:r>
            <a:r>
              <a:rPr dirty="0" sz="2400" spc="-105" b="1">
                <a:latin typeface="Verdana"/>
                <a:cs typeface="Verdana"/>
              </a:rPr>
              <a:t>w</a:t>
            </a:r>
            <a:r>
              <a:rPr dirty="0" sz="2400" spc="-100" b="1">
                <a:latin typeface="Verdana"/>
                <a:cs typeface="Verdana"/>
              </a:rPr>
              <a:t>l</a:t>
            </a:r>
            <a:r>
              <a:rPr dirty="0" sz="2400" spc="-80" b="1">
                <a:latin typeface="Verdana"/>
                <a:cs typeface="Verdana"/>
              </a:rPr>
              <a:t>e</a:t>
            </a:r>
            <a:r>
              <a:rPr dirty="0" sz="2400" spc="-20" b="1">
                <a:latin typeface="Verdana"/>
                <a:cs typeface="Verdana"/>
              </a:rPr>
              <a:t>d</a:t>
            </a:r>
            <a:r>
              <a:rPr dirty="0" sz="2400" b="1">
                <a:latin typeface="Verdana"/>
                <a:cs typeface="Verdana"/>
              </a:rPr>
              <a:t>g</a:t>
            </a:r>
            <a:r>
              <a:rPr dirty="0" sz="2400" spc="-55" b="1">
                <a:latin typeface="Verdana"/>
                <a:cs typeface="Verdana"/>
              </a:rPr>
              <a:t>e  </a:t>
            </a:r>
            <a:r>
              <a:rPr dirty="0" sz="2400" spc="-125" b="1">
                <a:latin typeface="Verdana"/>
                <a:cs typeface="Verdana"/>
              </a:rPr>
              <a:t>a</a:t>
            </a:r>
            <a:r>
              <a:rPr dirty="0" sz="2400" spc="-45" b="1">
                <a:latin typeface="Verdana"/>
                <a:cs typeface="Verdana"/>
              </a:rPr>
              <a:t>n</a:t>
            </a:r>
            <a:r>
              <a:rPr dirty="0" sz="2400" spc="-20" b="1">
                <a:latin typeface="Verdana"/>
                <a:cs typeface="Verdana"/>
              </a:rPr>
              <a:t>d</a:t>
            </a:r>
            <a:r>
              <a:rPr dirty="0" sz="2400" spc="-145" b="1">
                <a:latin typeface="Verdana"/>
                <a:cs typeface="Verdana"/>
              </a:rPr>
              <a:t> 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-55" b="1">
                <a:latin typeface="Verdana"/>
                <a:cs typeface="Verdana"/>
              </a:rPr>
              <a:t>n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b="1">
                <a:latin typeface="Verdana"/>
                <a:cs typeface="Verdana"/>
              </a:rPr>
              <a:t>g</a:t>
            </a:r>
            <a:r>
              <a:rPr dirty="0" sz="2400" spc="-55" b="1">
                <a:latin typeface="Verdana"/>
                <a:cs typeface="Verdana"/>
              </a:rPr>
              <a:t>h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195" b="1">
                <a:latin typeface="Verdana"/>
                <a:cs typeface="Verdana"/>
              </a:rPr>
              <a:t> </a:t>
            </a:r>
            <a:r>
              <a:rPr dirty="0" sz="2400" spc="155">
                <a:latin typeface="Verdana"/>
                <a:cs typeface="Verdana"/>
              </a:rPr>
              <a:t>f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65">
                <a:latin typeface="Verdana"/>
                <a:cs typeface="Verdana"/>
              </a:rPr>
              <a:t>r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110">
                <a:latin typeface="Verdana"/>
                <a:cs typeface="Verdana"/>
              </a:rPr>
              <a:t>c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90">
                <a:latin typeface="Verdana"/>
                <a:cs typeface="Verdana"/>
              </a:rPr>
              <a:t>d  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65">
                <a:latin typeface="Verdana"/>
                <a:cs typeface="Verdana"/>
              </a:rPr>
              <a:t>r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110">
                <a:latin typeface="Verdana"/>
                <a:cs typeface="Verdana"/>
              </a:rPr>
              <a:t>c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365">
                <a:latin typeface="Verdana"/>
                <a:cs typeface="Verdana"/>
              </a:rPr>
              <a:t>.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90">
                <a:latin typeface="Verdana"/>
                <a:cs typeface="Verdana"/>
              </a:rPr>
              <a:t>I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130">
                <a:latin typeface="Verdana"/>
                <a:cs typeface="Verdana"/>
              </a:rPr>
              <a:t>b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25" b="1">
                <a:latin typeface="Verdana"/>
                <a:cs typeface="Verdana"/>
              </a:rPr>
              <a:t>a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5" b="1">
                <a:latin typeface="Verdana"/>
                <a:cs typeface="Verdana"/>
              </a:rPr>
              <a:t>c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360">
                <a:latin typeface="Verdana"/>
                <a:cs typeface="Verdana"/>
              </a:rPr>
              <a:t>,  </a:t>
            </a:r>
            <a:r>
              <a:rPr dirty="0" sz="2400" spc="-25" b="1">
                <a:latin typeface="Verdana"/>
                <a:cs typeface="Verdana"/>
              </a:rPr>
              <a:t>m</a:t>
            </a:r>
            <a:r>
              <a:rPr dirty="0" sz="2400" spc="-125" b="1">
                <a:latin typeface="Verdana"/>
                <a:cs typeface="Verdana"/>
              </a:rPr>
              <a:t>a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45" b="1">
                <a:latin typeface="Verdana"/>
                <a:cs typeface="Verdana"/>
              </a:rPr>
              <a:t>h</a:t>
            </a:r>
            <a:r>
              <a:rPr dirty="0" sz="2400" spc="-80" b="1">
                <a:latin typeface="Verdana"/>
                <a:cs typeface="Verdana"/>
              </a:rPr>
              <a:t>e</a:t>
            </a:r>
            <a:r>
              <a:rPr dirty="0" sz="2400" spc="-25" b="1">
                <a:latin typeface="Verdana"/>
                <a:cs typeface="Verdana"/>
              </a:rPr>
              <a:t>m</a:t>
            </a:r>
            <a:r>
              <a:rPr dirty="0" sz="2400" spc="-125" b="1">
                <a:latin typeface="Verdana"/>
                <a:cs typeface="Verdana"/>
              </a:rPr>
              <a:t>a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5" b="1">
                <a:latin typeface="Verdana"/>
                <a:cs typeface="Verdana"/>
              </a:rPr>
              <a:t>c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365">
                <a:latin typeface="Verdana"/>
                <a:cs typeface="Verdana"/>
              </a:rPr>
              <a:t>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130">
                <a:latin typeface="Verdana"/>
                <a:cs typeface="Verdana"/>
              </a:rPr>
              <a:t>p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65">
                <a:latin typeface="Verdana"/>
                <a:cs typeface="Verdana"/>
              </a:rPr>
              <a:t>r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100">
                <a:latin typeface="Verdana"/>
                <a:cs typeface="Verdana"/>
              </a:rPr>
              <a:t>c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85">
                <a:latin typeface="Verdana"/>
                <a:cs typeface="Verdana"/>
              </a:rPr>
              <a:t>r</a:t>
            </a:r>
            <a:r>
              <a:rPr dirty="0" sz="2400" spc="70">
                <a:latin typeface="Verdana"/>
                <a:cs typeface="Verdana"/>
              </a:rPr>
              <a:t>n  </a:t>
            </a:r>
            <a:r>
              <a:rPr dirty="0" sz="2400" spc="-90">
                <a:latin typeface="Verdana"/>
                <a:cs typeface="Verdana"/>
              </a:rPr>
              <a:t>r</a:t>
            </a:r>
            <a:r>
              <a:rPr dirty="0" sz="2400" spc="-55">
                <a:latin typeface="Verdana"/>
                <a:cs typeface="Verdana"/>
              </a:rPr>
              <a:t>a</a:t>
            </a:r>
            <a:r>
              <a:rPr dirty="0" sz="2400" spc="145">
                <a:latin typeface="Verdana"/>
                <a:cs typeface="Verdana"/>
              </a:rPr>
              <a:t>w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14" b="1">
                <a:latin typeface="Verdana"/>
                <a:cs typeface="Verdana"/>
              </a:rPr>
              <a:t>a</a:t>
            </a:r>
            <a:r>
              <a:rPr dirty="0" sz="2400" spc="20" b="1">
                <a:latin typeface="Verdana"/>
                <a:cs typeface="Verdana"/>
              </a:rPr>
              <a:t>c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-80" b="1">
                <a:latin typeface="Verdana"/>
                <a:cs typeface="Verdana"/>
              </a:rPr>
              <a:t>o</a:t>
            </a:r>
            <a:r>
              <a:rPr dirty="0" sz="2400" spc="-55" b="1">
                <a:latin typeface="Verdana"/>
                <a:cs typeface="Verdana"/>
              </a:rPr>
              <a:t>n</a:t>
            </a:r>
            <a:r>
              <a:rPr dirty="0" sz="2400" spc="-125" b="1">
                <a:latin typeface="Verdana"/>
                <a:cs typeface="Verdana"/>
              </a:rPr>
              <a:t>a</a:t>
            </a:r>
            <a:r>
              <a:rPr dirty="0" sz="2400" spc="-25" b="1">
                <a:latin typeface="Verdana"/>
                <a:cs typeface="Verdana"/>
              </a:rPr>
              <a:t>b</a:t>
            </a:r>
            <a:r>
              <a:rPr dirty="0" sz="2400" spc="-100" b="1">
                <a:latin typeface="Verdana"/>
                <a:cs typeface="Verdana"/>
              </a:rPr>
              <a:t>l</a:t>
            </a:r>
            <a:r>
              <a:rPr dirty="0" sz="2400" spc="-80" b="1">
                <a:latin typeface="Verdana"/>
                <a:cs typeface="Verdana"/>
              </a:rPr>
              <a:t>e</a:t>
            </a:r>
            <a:r>
              <a:rPr dirty="0" sz="2400" spc="-145" b="1">
                <a:latin typeface="Verdana"/>
                <a:cs typeface="Verdana"/>
              </a:rPr>
              <a:t> 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spc="-55" b="1">
                <a:latin typeface="Verdana"/>
                <a:cs typeface="Verdana"/>
              </a:rPr>
              <a:t>n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100" b="1">
                <a:latin typeface="Verdana"/>
                <a:cs typeface="Verdana"/>
              </a:rPr>
              <a:t>i</a:t>
            </a:r>
            <a:r>
              <a:rPr dirty="0" sz="2400" b="1">
                <a:latin typeface="Verdana"/>
                <a:cs typeface="Verdana"/>
              </a:rPr>
              <a:t>g</a:t>
            </a:r>
            <a:r>
              <a:rPr dirty="0" sz="2400" spc="-55" b="1">
                <a:latin typeface="Verdana"/>
                <a:cs typeface="Verdana"/>
              </a:rPr>
              <a:t>h</a:t>
            </a:r>
            <a:r>
              <a:rPr dirty="0" sz="2400" spc="-50" b="1">
                <a:latin typeface="Verdana"/>
                <a:cs typeface="Verdana"/>
              </a:rPr>
              <a:t>t</a:t>
            </a:r>
            <a:r>
              <a:rPr dirty="0" sz="2400" spc="-150" b="1">
                <a:latin typeface="Verdana"/>
                <a:cs typeface="Verdana"/>
              </a:rPr>
              <a:t>s</a:t>
            </a:r>
            <a:r>
              <a:rPr dirty="0" sz="2400" spc="-195" b="1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f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55">
                <a:latin typeface="Verdana"/>
                <a:cs typeface="Verdana"/>
              </a:rPr>
              <a:t>r  </a:t>
            </a:r>
            <a:r>
              <a:rPr dirty="0" sz="2400" spc="-30">
                <a:latin typeface="Verdana"/>
                <a:cs typeface="Verdana"/>
              </a:rPr>
              <a:t>businesses.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869" y="3366707"/>
            <a:ext cx="612775" cy="2882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ts val="229"/>
              </a:lnSpc>
              <a:spcBef>
                <a:spcPts val="140"/>
              </a:spcBef>
            </a:pPr>
            <a:r>
              <a:rPr dirty="0" sz="200" b="1">
                <a:latin typeface="Verdana"/>
                <a:cs typeface="Verdana"/>
              </a:rPr>
              <a:t>There are three </a:t>
            </a:r>
            <a:r>
              <a:rPr dirty="0" sz="200" spc="5" b="1">
                <a:latin typeface="Verdana"/>
                <a:cs typeface="Verdana"/>
              </a:rPr>
              <a:t>main </a:t>
            </a:r>
            <a:r>
              <a:rPr dirty="0" sz="200" b="1">
                <a:latin typeface="Verdana"/>
                <a:cs typeface="Verdana"/>
              </a:rPr>
              <a:t>types of </a:t>
            </a:r>
            <a:r>
              <a:rPr dirty="0" sz="200" spc="5" b="1">
                <a:latin typeface="Verdana"/>
                <a:cs typeface="Verdana"/>
              </a:rPr>
              <a:t>data </a:t>
            </a:r>
            <a:r>
              <a:rPr dirty="0" sz="200" spc="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a</a:t>
            </a:r>
            <a:r>
              <a:rPr dirty="0" sz="200" spc="10" b="1">
                <a:latin typeface="Verdana"/>
                <a:cs typeface="Verdana"/>
              </a:rPr>
              <a:t>n</a:t>
            </a:r>
            <a:r>
              <a:rPr dirty="0" sz="200" b="1">
                <a:latin typeface="Verdana"/>
                <a:cs typeface="Verdana"/>
              </a:rPr>
              <a:t>a</a:t>
            </a:r>
            <a:r>
              <a:rPr dirty="0" sz="200" spc="-5" b="1">
                <a:latin typeface="Verdana"/>
                <a:cs typeface="Verdana"/>
              </a:rPr>
              <a:t>l</a:t>
            </a:r>
            <a:r>
              <a:rPr dirty="0" sz="200" spc="-5" b="1">
                <a:latin typeface="Verdana"/>
                <a:cs typeface="Verdana"/>
              </a:rPr>
              <a:t>y</a:t>
            </a:r>
            <a:r>
              <a:rPr dirty="0" sz="200" b="1">
                <a:latin typeface="Verdana"/>
                <a:cs typeface="Verdana"/>
              </a:rPr>
              <a:t>t</a:t>
            </a:r>
            <a:r>
              <a:rPr dirty="0" sz="200" spc="-5" b="1">
                <a:latin typeface="Verdana"/>
                <a:cs typeface="Verdana"/>
              </a:rPr>
              <a:t>i</a:t>
            </a:r>
            <a:r>
              <a:rPr dirty="0" sz="200" spc="10" b="1">
                <a:latin typeface="Verdana"/>
                <a:cs typeface="Verdana"/>
              </a:rPr>
              <a:t>c</a:t>
            </a:r>
            <a:r>
              <a:rPr dirty="0" sz="200" spc="-5" b="1">
                <a:latin typeface="Verdana"/>
                <a:cs typeface="Verdana"/>
              </a:rPr>
              <a:t>s</a:t>
            </a:r>
            <a:r>
              <a:rPr dirty="0" sz="200" spc="-30" b="1">
                <a:latin typeface="Verdana"/>
                <a:cs typeface="Verdana"/>
              </a:rPr>
              <a:t>: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spc="30" b="1">
                <a:latin typeface="Tahoma"/>
                <a:cs typeface="Tahoma"/>
              </a:rPr>
              <a:t>D</a:t>
            </a:r>
            <a:r>
              <a:rPr dirty="0" sz="200" spc="25" b="1">
                <a:latin typeface="Tahoma"/>
                <a:cs typeface="Tahoma"/>
              </a:rPr>
              <a:t>e</a:t>
            </a:r>
            <a:r>
              <a:rPr dirty="0" sz="200" spc="20" b="1">
                <a:latin typeface="Tahoma"/>
                <a:cs typeface="Tahoma"/>
              </a:rPr>
              <a:t>s</a:t>
            </a:r>
            <a:r>
              <a:rPr dirty="0" sz="200" spc="30" b="1">
                <a:latin typeface="Tahoma"/>
                <a:cs typeface="Tahoma"/>
              </a:rPr>
              <a:t>c</a:t>
            </a:r>
            <a:r>
              <a:rPr dirty="0" sz="200" spc="15" b="1">
                <a:latin typeface="Tahoma"/>
                <a:cs typeface="Tahoma"/>
              </a:rPr>
              <a:t>r</a:t>
            </a:r>
            <a:r>
              <a:rPr dirty="0" sz="200" spc="10" b="1">
                <a:latin typeface="Tahoma"/>
                <a:cs typeface="Tahoma"/>
              </a:rPr>
              <a:t>i</a:t>
            </a:r>
            <a:r>
              <a:rPr dirty="0" sz="200" spc="30" b="1">
                <a:latin typeface="Tahoma"/>
                <a:cs typeface="Tahoma"/>
              </a:rPr>
              <a:t>p</a:t>
            </a:r>
            <a:r>
              <a:rPr dirty="0" sz="200" spc="20" b="1">
                <a:latin typeface="Tahoma"/>
                <a:cs typeface="Tahoma"/>
              </a:rPr>
              <a:t>t</a:t>
            </a:r>
            <a:r>
              <a:rPr dirty="0" sz="200" spc="10" b="1">
                <a:latin typeface="Tahoma"/>
                <a:cs typeface="Tahoma"/>
              </a:rPr>
              <a:t>i</a:t>
            </a:r>
            <a:r>
              <a:rPr dirty="0" sz="200" spc="20" b="1">
                <a:latin typeface="Tahoma"/>
                <a:cs typeface="Tahoma"/>
              </a:rPr>
              <a:t>v</a:t>
            </a:r>
            <a:r>
              <a:rPr dirty="0" sz="200" spc="25" b="1">
                <a:latin typeface="Tahoma"/>
                <a:cs typeface="Tahoma"/>
              </a:rPr>
              <a:t>e</a:t>
            </a:r>
            <a:r>
              <a:rPr dirty="0" sz="200" spc="-20" b="1">
                <a:latin typeface="Verdana"/>
                <a:cs typeface="Verdana"/>
              </a:rPr>
              <a:t>,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spc="35" b="1">
                <a:latin typeface="Tahoma"/>
                <a:cs typeface="Tahoma"/>
              </a:rPr>
              <a:t>P</a:t>
            </a:r>
            <a:r>
              <a:rPr dirty="0" sz="200" spc="10" b="1">
                <a:latin typeface="Tahoma"/>
                <a:cs typeface="Tahoma"/>
              </a:rPr>
              <a:t>r</a:t>
            </a:r>
            <a:r>
              <a:rPr dirty="0" sz="200" spc="25" b="1">
                <a:latin typeface="Tahoma"/>
                <a:cs typeface="Tahoma"/>
              </a:rPr>
              <a:t>e</a:t>
            </a:r>
            <a:r>
              <a:rPr dirty="0" sz="200" spc="30" b="1">
                <a:latin typeface="Tahoma"/>
                <a:cs typeface="Tahoma"/>
              </a:rPr>
              <a:t>d</a:t>
            </a:r>
            <a:r>
              <a:rPr dirty="0" sz="200" spc="10" b="1">
                <a:latin typeface="Tahoma"/>
                <a:cs typeface="Tahoma"/>
              </a:rPr>
              <a:t>i</a:t>
            </a:r>
            <a:r>
              <a:rPr dirty="0" sz="200" spc="30" b="1">
                <a:latin typeface="Tahoma"/>
                <a:cs typeface="Tahoma"/>
              </a:rPr>
              <a:t>c</a:t>
            </a:r>
            <a:r>
              <a:rPr dirty="0" sz="200" spc="20" b="1">
                <a:latin typeface="Tahoma"/>
                <a:cs typeface="Tahoma"/>
              </a:rPr>
              <a:t>t</a:t>
            </a:r>
            <a:r>
              <a:rPr dirty="0" sz="200" spc="10" b="1">
                <a:latin typeface="Tahoma"/>
                <a:cs typeface="Tahoma"/>
              </a:rPr>
              <a:t>i</a:t>
            </a:r>
            <a:r>
              <a:rPr dirty="0" sz="200" spc="20" b="1">
                <a:latin typeface="Tahoma"/>
                <a:cs typeface="Tahoma"/>
              </a:rPr>
              <a:t>v</a:t>
            </a:r>
            <a:r>
              <a:rPr dirty="0" sz="200" spc="25" b="1">
                <a:latin typeface="Tahoma"/>
                <a:cs typeface="Tahoma"/>
              </a:rPr>
              <a:t>e</a:t>
            </a:r>
            <a:r>
              <a:rPr dirty="0" sz="200" spc="-20" b="1">
                <a:latin typeface="Verdana"/>
                <a:cs typeface="Verdana"/>
              </a:rPr>
              <a:t>,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a</a:t>
            </a:r>
            <a:r>
              <a:rPr dirty="0" sz="200" spc="10" b="1">
                <a:latin typeface="Verdana"/>
                <a:cs typeface="Verdana"/>
              </a:rPr>
              <a:t>n</a:t>
            </a:r>
            <a:r>
              <a:rPr dirty="0" sz="200" spc="5" b="1">
                <a:latin typeface="Verdana"/>
                <a:cs typeface="Verdana"/>
              </a:rPr>
              <a:t>d  </a:t>
            </a:r>
            <a:r>
              <a:rPr dirty="0" sz="200" spc="20" b="1">
                <a:latin typeface="Tahoma"/>
                <a:cs typeface="Tahoma"/>
              </a:rPr>
              <a:t>Prescriptive</a:t>
            </a:r>
            <a:r>
              <a:rPr dirty="0" sz="200" spc="20" b="1">
                <a:latin typeface="Verdana"/>
                <a:cs typeface="Verdana"/>
              </a:rPr>
              <a:t>. </a:t>
            </a:r>
            <a:r>
              <a:rPr dirty="0" sz="200" spc="20" b="1">
                <a:latin typeface="Tahoma"/>
                <a:cs typeface="Tahoma"/>
              </a:rPr>
              <a:t>Descriptive </a:t>
            </a:r>
            <a:r>
              <a:rPr dirty="0" sz="200" spc="25" b="1">
                <a:latin typeface="Tahoma"/>
                <a:cs typeface="Tahoma"/>
              </a:rPr>
              <a:t>Analytics </a:t>
            </a:r>
            <a:r>
              <a:rPr dirty="0" sz="200" spc="30" b="1">
                <a:latin typeface="Tahoma"/>
                <a:cs typeface="Tahoma"/>
              </a:rPr>
              <a:t> </a:t>
            </a:r>
            <a:r>
              <a:rPr dirty="0" sz="200" b="1">
                <a:latin typeface="Verdana"/>
                <a:cs typeface="Verdana"/>
              </a:rPr>
              <a:t>summarizes past </a:t>
            </a:r>
            <a:r>
              <a:rPr dirty="0" sz="200" spc="5" b="1">
                <a:latin typeface="Verdana"/>
                <a:cs typeface="Verdana"/>
              </a:rPr>
              <a:t>data </a:t>
            </a:r>
            <a:r>
              <a:rPr dirty="0" sz="200" b="1">
                <a:latin typeface="Verdana"/>
                <a:cs typeface="Verdana"/>
              </a:rPr>
              <a:t>to </a:t>
            </a:r>
            <a:r>
              <a:rPr dirty="0" sz="200" spc="5" b="1">
                <a:latin typeface="Verdana"/>
                <a:cs typeface="Verdana"/>
              </a:rPr>
              <a:t>understand </a:t>
            </a:r>
            <a:r>
              <a:rPr dirty="0" sz="200" spc="10" b="1">
                <a:latin typeface="Verdana"/>
                <a:cs typeface="Verdana"/>
              </a:rPr>
              <a:t> </a:t>
            </a:r>
            <a:r>
              <a:rPr dirty="0" sz="200" spc="5" b="1">
                <a:latin typeface="Verdana"/>
                <a:cs typeface="Verdana"/>
              </a:rPr>
              <a:t>what happened. </a:t>
            </a:r>
            <a:r>
              <a:rPr dirty="0" sz="200" spc="20" b="1">
                <a:latin typeface="Tahoma"/>
                <a:cs typeface="Tahoma"/>
              </a:rPr>
              <a:t>Predictive </a:t>
            </a:r>
            <a:r>
              <a:rPr dirty="0" sz="200" spc="25" b="1">
                <a:latin typeface="Tahoma"/>
                <a:cs typeface="Tahoma"/>
              </a:rPr>
              <a:t>Analytics </a:t>
            </a:r>
            <a:r>
              <a:rPr dirty="0" sz="200" spc="30" b="1">
                <a:latin typeface="Tahoma"/>
                <a:cs typeface="Tahoma"/>
              </a:rPr>
              <a:t> </a:t>
            </a:r>
            <a:r>
              <a:rPr dirty="0" sz="200" b="1">
                <a:latin typeface="Verdana"/>
                <a:cs typeface="Verdana"/>
              </a:rPr>
              <a:t>uses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historical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spc="5" b="1">
                <a:latin typeface="Verdana"/>
                <a:cs typeface="Verdana"/>
              </a:rPr>
              <a:t>data</a:t>
            </a:r>
            <a:r>
              <a:rPr dirty="0" sz="200" spc="-5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to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spc="5" b="1">
                <a:latin typeface="Verdana"/>
                <a:cs typeface="Verdana"/>
              </a:rPr>
              <a:t>make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predictions </a:t>
            </a:r>
            <a:r>
              <a:rPr dirty="0" sz="200" spc="-50" b="1">
                <a:latin typeface="Verdana"/>
                <a:cs typeface="Verdana"/>
              </a:rPr>
              <a:t> </a:t>
            </a:r>
            <a:r>
              <a:rPr dirty="0" sz="200" spc="5" b="1">
                <a:latin typeface="Verdana"/>
                <a:cs typeface="Verdana"/>
              </a:rPr>
              <a:t>about </a:t>
            </a:r>
            <a:r>
              <a:rPr dirty="0" sz="200" b="1">
                <a:latin typeface="Verdana"/>
                <a:cs typeface="Verdana"/>
              </a:rPr>
              <a:t>future events. </a:t>
            </a:r>
            <a:r>
              <a:rPr dirty="0" sz="200" spc="20" b="1">
                <a:latin typeface="Tahoma"/>
                <a:cs typeface="Tahoma"/>
              </a:rPr>
              <a:t>Prescriptive </a:t>
            </a:r>
            <a:r>
              <a:rPr dirty="0" sz="200" spc="25" b="1">
                <a:latin typeface="Tahoma"/>
                <a:cs typeface="Tahoma"/>
              </a:rPr>
              <a:t> Analytics </a:t>
            </a:r>
            <a:r>
              <a:rPr dirty="0" sz="200" b="1">
                <a:latin typeface="Verdana"/>
                <a:cs typeface="Verdana"/>
              </a:rPr>
              <a:t>uses </a:t>
            </a:r>
            <a:r>
              <a:rPr dirty="0" sz="200" spc="5" b="1">
                <a:latin typeface="Verdana"/>
                <a:cs typeface="Verdana"/>
              </a:rPr>
              <a:t>data </a:t>
            </a:r>
            <a:r>
              <a:rPr dirty="0" sz="200" b="1">
                <a:latin typeface="Verdana"/>
                <a:cs typeface="Verdana"/>
              </a:rPr>
              <a:t>to provide </a:t>
            </a:r>
            <a:r>
              <a:rPr dirty="0" sz="200" spc="5" b="1">
                <a:latin typeface="Verdana"/>
                <a:cs typeface="Verdana"/>
              </a:rPr>
              <a:t> recommendations</a:t>
            </a:r>
            <a:r>
              <a:rPr dirty="0" sz="200" spc="-15" b="1">
                <a:latin typeface="Verdana"/>
                <a:cs typeface="Verdana"/>
              </a:rPr>
              <a:t> </a:t>
            </a:r>
            <a:r>
              <a:rPr dirty="0" sz="200" spc="-5" b="1">
                <a:latin typeface="Verdana"/>
                <a:cs typeface="Verdana"/>
              </a:rPr>
              <a:t>for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actions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to</a:t>
            </a:r>
            <a:r>
              <a:rPr dirty="0" sz="200" spc="-10" b="1">
                <a:latin typeface="Verdana"/>
                <a:cs typeface="Verdana"/>
              </a:rPr>
              <a:t> </a:t>
            </a:r>
            <a:r>
              <a:rPr dirty="0" sz="200" b="1">
                <a:latin typeface="Verdana"/>
                <a:cs typeface="Verdana"/>
              </a:rPr>
              <a:t>take.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7322" y="3357182"/>
            <a:ext cx="2644140" cy="27400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30"/>
              </a:spcBef>
            </a:pPr>
            <a:r>
              <a:rPr dirty="0" sz="2250" spc="60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q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f 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15">
                <a:latin typeface="Verdana"/>
                <a:cs typeface="Verdana"/>
              </a:rPr>
              <a:t>l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25">
                <a:latin typeface="Verdana"/>
                <a:cs typeface="Verdana"/>
              </a:rPr>
              <a:t>t  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ll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345">
                <a:latin typeface="Verdana"/>
                <a:cs typeface="Verdana"/>
              </a:rPr>
              <a:t>.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-100">
                <a:latin typeface="Verdana"/>
                <a:cs typeface="Verdana"/>
              </a:rPr>
              <a:t>“</a:t>
            </a:r>
            <a:r>
              <a:rPr dirty="0" sz="2250" spc="95">
                <a:latin typeface="Verdana"/>
                <a:cs typeface="Verdana"/>
              </a:rPr>
              <a:t>w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60">
                <a:latin typeface="Verdana"/>
                <a:cs typeface="Verdana"/>
              </a:rPr>
              <a:t>r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85">
                <a:latin typeface="Verdana"/>
                <a:cs typeface="Verdana"/>
              </a:rPr>
              <a:t>r</a:t>
            </a:r>
            <a:r>
              <a:rPr dirty="0" sz="2250" spc="-385">
                <a:latin typeface="Verdana"/>
                <a:cs typeface="Verdana"/>
              </a:rPr>
              <a:t>,</a:t>
            </a:r>
            <a:r>
              <a:rPr dirty="0" sz="2250" spc="-150">
                <a:latin typeface="Verdana"/>
                <a:cs typeface="Verdana"/>
              </a:rPr>
              <a:t>” 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00">
                <a:latin typeface="Verdana"/>
                <a:cs typeface="Verdana"/>
              </a:rPr>
              <a:t>s</a:t>
            </a:r>
            <a:r>
              <a:rPr dirty="0" sz="2250" spc="-114">
                <a:latin typeface="Verdana"/>
                <a:cs typeface="Verdana"/>
              </a:rPr>
              <a:t>y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15">
                <a:latin typeface="Verdana"/>
                <a:cs typeface="Verdana"/>
              </a:rPr>
              <a:t>l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a 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f  </a:t>
            </a:r>
            <a:r>
              <a:rPr dirty="0" sz="2250" spc="-60">
                <a:latin typeface="Verdana"/>
                <a:cs typeface="Verdana"/>
              </a:rPr>
              <a:t>water.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6193" y="3309553"/>
            <a:ext cx="4083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30" b="1">
                <a:latin typeface="Verdana"/>
                <a:cs typeface="Verdana"/>
              </a:rPr>
              <a:t>2</a:t>
            </a:r>
            <a:r>
              <a:rPr dirty="0" sz="3600" spc="-425" b="1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945" y="3357178"/>
            <a:ext cx="2654935" cy="3082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dirty="0" sz="2250" spc="25">
                <a:latin typeface="Verdana"/>
                <a:cs typeface="Verdana"/>
              </a:rPr>
              <a:t>C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5">
                <a:latin typeface="Verdana"/>
                <a:cs typeface="Verdana"/>
              </a:rPr>
              <a:t>smallest </a:t>
            </a:r>
            <a:r>
              <a:rPr dirty="0" sz="2250" spc="10">
                <a:latin typeface="Verdana"/>
                <a:cs typeface="Verdana"/>
              </a:rPr>
              <a:t> 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ll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70">
                <a:latin typeface="Verdana"/>
                <a:cs typeface="Verdana"/>
              </a:rPr>
              <a:t>n 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60">
                <a:latin typeface="Verdana"/>
                <a:cs typeface="Verdana"/>
              </a:rPr>
              <a:t>z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35">
                <a:latin typeface="Verdana"/>
                <a:cs typeface="Verdana"/>
              </a:rPr>
              <a:t>c</a:t>
            </a:r>
            <a:r>
              <a:rPr dirty="0" sz="2250" spc="-345">
                <a:latin typeface="Verdana"/>
                <a:cs typeface="Verdana"/>
              </a:rPr>
              <a:t>.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-175">
                <a:latin typeface="Verdana"/>
                <a:cs typeface="Verdana"/>
              </a:rPr>
              <a:t>“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35">
                <a:latin typeface="Verdana"/>
                <a:cs typeface="Verdana"/>
              </a:rPr>
              <a:t>o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75">
                <a:latin typeface="Verdana"/>
                <a:cs typeface="Verdana"/>
              </a:rPr>
              <a:t>”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85">
                <a:latin typeface="Verdana"/>
                <a:cs typeface="Verdana"/>
              </a:rPr>
              <a:t>d 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85">
                <a:latin typeface="Verdana"/>
                <a:cs typeface="Verdana"/>
              </a:rPr>
              <a:t>b</a:t>
            </a:r>
            <a:r>
              <a:rPr dirty="0" sz="2250" spc="-85">
                <a:latin typeface="Verdana"/>
                <a:cs typeface="Verdana"/>
              </a:rPr>
              <a:t>y 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35">
                <a:latin typeface="Verdana"/>
                <a:cs typeface="Verdana"/>
              </a:rPr>
              <a:t>o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35">
                <a:latin typeface="Verdana"/>
                <a:cs typeface="Verdana"/>
              </a:rPr>
              <a:t>w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a  </a:t>
            </a:r>
            <a:r>
              <a:rPr dirty="0" sz="2250" spc="-25">
                <a:latin typeface="Verdana"/>
                <a:cs typeface="Verdana"/>
              </a:rPr>
              <a:t>ﬁshtail.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9570" y="3309553"/>
            <a:ext cx="4032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65" b="1">
                <a:latin typeface="Verdana"/>
                <a:cs typeface="Verdana"/>
              </a:rPr>
              <a:t>3</a:t>
            </a:r>
            <a:r>
              <a:rPr dirty="0" sz="3600" spc="-425" b="1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2398" y="3357178"/>
            <a:ext cx="2552700" cy="3425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25"/>
              </a:spcBef>
            </a:pPr>
            <a:r>
              <a:rPr dirty="0" sz="2250" spc="75">
                <a:latin typeface="Verdana"/>
                <a:cs typeface="Verdana"/>
              </a:rPr>
              <a:t>A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f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25">
                <a:latin typeface="Verdana"/>
                <a:cs typeface="Verdana"/>
              </a:rPr>
              <a:t>zodiac </a:t>
            </a:r>
            <a:r>
              <a:rPr dirty="0" sz="2250" spc="30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constellations, </a:t>
            </a:r>
            <a:r>
              <a:rPr dirty="0" sz="2250" spc="-10">
                <a:latin typeface="Verdana"/>
                <a:cs typeface="Verdana"/>
              </a:rPr>
              <a:t>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00">
                <a:latin typeface="Verdana"/>
                <a:cs typeface="Verdana"/>
              </a:rPr>
              <a:t>s</a:t>
            </a:r>
            <a:r>
              <a:rPr dirty="0" sz="2250" spc="-114">
                <a:latin typeface="Verdana"/>
                <a:cs typeface="Verdana"/>
              </a:rPr>
              <a:t>y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15">
                <a:latin typeface="Verdana"/>
                <a:cs typeface="Verdana"/>
              </a:rPr>
              <a:t>l 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85">
                <a:latin typeface="Verdana"/>
                <a:cs typeface="Verdana"/>
              </a:rPr>
              <a:t>r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75">
                <a:latin typeface="Verdana"/>
                <a:cs typeface="Verdana"/>
              </a:rPr>
              <a:t>m</a:t>
            </a:r>
            <a:r>
              <a:rPr dirty="0" sz="2250" spc="-170">
                <a:latin typeface="Verdana"/>
                <a:cs typeface="Verdana"/>
              </a:rPr>
              <a:t>’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345">
                <a:latin typeface="Verdana"/>
                <a:cs typeface="Verdana"/>
              </a:rPr>
              <a:t>.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70">
                <a:latin typeface="Verdana"/>
                <a:cs typeface="Verdana"/>
              </a:rPr>
              <a:t>’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20">
                <a:latin typeface="Verdana"/>
                <a:cs typeface="Verdana"/>
              </a:rPr>
              <a:t>q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0">
                <a:latin typeface="Verdana"/>
                <a:cs typeface="Verdana"/>
              </a:rPr>
              <a:t>c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70">
                <a:latin typeface="Verdana"/>
                <a:cs typeface="Verdana"/>
              </a:rPr>
              <a:t>c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0">
                <a:latin typeface="Verdana"/>
                <a:cs typeface="Verdana"/>
              </a:rPr>
              <a:t>o</a:t>
            </a:r>
            <a:r>
              <a:rPr dirty="0" sz="2250" spc="-150">
                <a:latin typeface="Verdana"/>
                <a:cs typeface="Verdana"/>
              </a:rPr>
              <a:t>v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55">
                <a:latin typeface="Verdana"/>
                <a:cs typeface="Verdana"/>
              </a:rPr>
              <a:t>r  </a:t>
            </a:r>
            <a:r>
              <a:rPr dirty="0" sz="2250" spc="-25">
                <a:latin typeface="Verdana"/>
                <a:cs typeface="Verdana"/>
              </a:rPr>
              <a:t>time.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60528" y="3309553"/>
            <a:ext cx="456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5" b="1">
                <a:latin typeface="Verdana"/>
                <a:cs typeface="Verdana"/>
              </a:rPr>
              <a:t>4</a:t>
            </a:r>
            <a:r>
              <a:rPr dirty="0" sz="3600" spc="-425" b="1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73271" y="3357178"/>
            <a:ext cx="2614930" cy="3082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dirty="0" sz="2250" spc="25">
                <a:latin typeface="Verdana"/>
                <a:cs typeface="Verdana"/>
              </a:rPr>
              <a:t>C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75">
                <a:latin typeface="Verdana"/>
                <a:cs typeface="Verdana"/>
              </a:rPr>
              <a:t>ss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a  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ll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70">
                <a:latin typeface="Verdana"/>
                <a:cs typeface="Verdana"/>
              </a:rPr>
              <a:t>n 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r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45">
                <a:latin typeface="Verdana"/>
                <a:cs typeface="Verdana"/>
              </a:rPr>
              <a:t>k</a:t>
            </a:r>
            <a:r>
              <a:rPr dirty="0" sz="2250" spc="-195">
                <a:latin typeface="Verdana"/>
                <a:cs typeface="Verdana"/>
              </a:rPr>
              <a:t>y</a:t>
            </a:r>
            <a:r>
              <a:rPr dirty="0" sz="2250" spc="-335">
                <a:latin typeface="Verdana"/>
                <a:cs typeface="Verdana"/>
              </a:rPr>
              <a:t>. 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15">
                <a:latin typeface="Verdana"/>
                <a:cs typeface="Verdana"/>
              </a:rPr>
              <a:t>il</a:t>
            </a:r>
            <a:r>
              <a:rPr dirty="0" sz="2250" spc="-85">
                <a:latin typeface="Verdana"/>
                <a:cs typeface="Verdana"/>
              </a:rPr>
              <a:t>y 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35">
                <a:latin typeface="Verdana"/>
                <a:cs typeface="Verdana"/>
              </a:rPr>
              <a:t>z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-15">
                <a:latin typeface="Verdana"/>
                <a:cs typeface="Verdana"/>
              </a:rPr>
              <a:t>l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00">
                <a:latin typeface="Verdana"/>
                <a:cs typeface="Verdana"/>
              </a:rPr>
              <a:t>c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150">
                <a:latin typeface="Verdana"/>
                <a:cs typeface="Verdana"/>
              </a:rPr>
              <a:t>v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80">
                <a:latin typeface="Verdana"/>
                <a:cs typeface="Verdana"/>
              </a:rPr>
              <a:t>‘</a:t>
            </a:r>
            <a:r>
              <a:rPr dirty="0" sz="2250" spc="350">
                <a:latin typeface="Verdana"/>
                <a:cs typeface="Verdana"/>
              </a:rPr>
              <a:t>W</a:t>
            </a:r>
            <a:r>
              <a:rPr dirty="0" sz="2250" spc="-130">
                <a:latin typeface="Verdana"/>
                <a:cs typeface="Verdana"/>
              </a:rPr>
              <a:t>’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345">
                <a:latin typeface="Verdana"/>
                <a:cs typeface="Verdana"/>
              </a:rPr>
              <a:t>,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55">
                <a:latin typeface="Verdana"/>
                <a:cs typeface="Verdana"/>
              </a:rPr>
              <a:t>f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85">
                <a:latin typeface="Verdana"/>
                <a:cs typeface="Verdana"/>
              </a:rPr>
              <a:t>d  </a:t>
            </a:r>
            <a:r>
              <a:rPr dirty="0" sz="2250" spc="85">
                <a:latin typeface="Verdana"/>
                <a:cs typeface="Verdana"/>
              </a:rPr>
              <a:t>b</a:t>
            </a:r>
            <a:r>
              <a:rPr dirty="0" sz="2250" spc="-114">
                <a:latin typeface="Verdana"/>
                <a:cs typeface="Verdana"/>
              </a:rPr>
              <a:t>y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40">
                <a:latin typeface="Verdana"/>
                <a:cs typeface="Verdana"/>
              </a:rPr>
              <a:t>ﬁ</a:t>
            </a:r>
            <a:r>
              <a:rPr dirty="0" sz="2250" spc="-150">
                <a:latin typeface="Verdana"/>
                <a:cs typeface="Verdana"/>
              </a:rPr>
              <a:t>v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25">
                <a:latin typeface="Verdana"/>
                <a:cs typeface="Verdana"/>
              </a:rPr>
              <a:t>t  </a:t>
            </a:r>
            <a:r>
              <a:rPr dirty="0" sz="2250" spc="-95">
                <a:latin typeface="Verdana"/>
                <a:cs typeface="Verdana"/>
              </a:rPr>
              <a:t>stars.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966120"/>
            <a:ext cx="9220200" cy="1390650"/>
          </a:xfrm>
          <a:custGeom>
            <a:avLst/>
            <a:gdLst/>
            <a:ahLst/>
            <a:cxnLst/>
            <a:rect l="l" t="t" r="r" b="b"/>
            <a:pathLst>
              <a:path w="9220200" h="1390650">
                <a:moveTo>
                  <a:pt x="9220199" y="1390649"/>
                </a:moveTo>
                <a:lnTo>
                  <a:pt x="0" y="1390649"/>
                </a:lnTo>
                <a:lnTo>
                  <a:pt x="0" y="0"/>
                </a:lnTo>
                <a:lnTo>
                  <a:pt x="9220199" y="0"/>
                </a:lnTo>
                <a:lnTo>
                  <a:pt x="9220199" y="1390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76972" y="1086760"/>
            <a:ext cx="1468120" cy="10007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 spc="-275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75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400" spc="-35" b="1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400" spc="-105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190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400" spc="-16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400" spc="-114" b="1">
                <a:solidFill>
                  <a:srgbClr val="FFFFFF"/>
                </a:solidFill>
                <a:latin typeface="Verdana"/>
                <a:cs typeface="Verdana"/>
              </a:rPr>
              <a:t>f  </a:t>
            </a:r>
            <a:r>
              <a:rPr dirty="0" sz="2400" spc="-95" b="1">
                <a:solidFill>
                  <a:srgbClr val="FFFFFF"/>
                </a:solidFill>
                <a:latin typeface="Verdana"/>
                <a:cs typeface="Verdana"/>
              </a:rPr>
              <a:t>Data </a:t>
            </a:r>
            <a:r>
              <a:rPr dirty="0" sz="2400" spc="-9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7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70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400" spc="-15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130" b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400" spc="-140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30" b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400" spc="-20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400" spc="-190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162077" y="1435213"/>
            <a:ext cx="467995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/>
              <a:t>D</a:t>
            </a:r>
            <a:r>
              <a:rPr dirty="0" sz="4100" spc="-160"/>
              <a:t>e</a:t>
            </a:r>
            <a:r>
              <a:rPr dirty="0" sz="4100" spc="60"/>
              <a:t>ﬁ</a:t>
            </a:r>
            <a:r>
              <a:rPr dirty="0" sz="4100" spc="-100"/>
              <a:t>n</a:t>
            </a:r>
            <a:r>
              <a:rPr dirty="0" sz="4100" spc="-210"/>
              <a:t>i</a:t>
            </a:r>
            <a:r>
              <a:rPr dirty="0" sz="4100" spc="-80"/>
              <a:t>n</a:t>
            </a:r>
            <a:r>
              <a:rPr dirty="0" sz="4100" spc="-5"/>
              <a:t>g</a:t>
            </a:r>
            <a:r>
              <a:rPr dirty="0" sz="4100" spc="-265"/>
              <a:t> </a:t>
            </a:r>
            <a:r>
              <a:rPr dirty="0" sz="4100" spc="-235"/>
              <a:t>a</a:t>
            </a:r>
            <a:r>
              <a:rPr dirty="0" sz="4100" spc="-265"/>
              <a:t> </a:t>
            </a:r>
            <a:r>
              <a:rPr dirty="0" sz="4100" spc="-120"/>
              <a:t>t</a:t>
            </a:r>
            <a:r>
              <a:rPr dirty="0" sz="4100" spc="-235"/>
              <a:t>a</a:t>
            </a:r>
            <a:r>
              <a:rPr dirty="0" sz="4100" spc="-355"/>
              <a:t>r</a:t>
            </a:r>
            <a:r>
              <a:rPr dirty="0" sz="4100" spc="-5"/>
              <a:t>g</a:t>
            </a:r>
            <a:r>
              <a:rPr dirty="0" sz="4100" spc="-160"/>
              <a:t>e</a:t>
            </a:r>
            <a:r>
              <a:rPr dirty="0" sz="4100" spc="-120"/>
              <a:t>t</a:t>
            </a:r>
            <a:endParaRPr sz="4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0869" y="3366706"/>
            <a:ext cx="618490" cy="4521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300"/>
              </a:lnSpc>
              <a:spcBef>
                <a:spcPts val="160"/>
              </a:spcBef>
            </a:pPr>
            <a:r>
              <a:rPr dirty="0" sz="300" spc="-25" b="1">
                <a:latin typeface="Verdana"/>
                <a:cs typeface="Verdana"/>
              </a:rPr>
              <a:t>T</a:t>
            </a:r>
            <a:r>
              <a:rPr dirty="0" sz="300" spc="-10" b="1">
                <a:latin typeface="Verdana"/>
                <a:cs typeface="Verdana"/>
              </a:rPr>
              <a:t>h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5" b="1">
                <a:latin typeface="Verdana"/>
                <a:cs typeface="Verdana"/>
              </a:rPr>
              <a:t>c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10" b="1">
                <a:latin typeface="Verdana"/>
                <a:cs typeface="Verdana"/>
              </a:rPr>
              <a:t>c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p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15" b="1">
                <a:latin typeface="Verdana"/>
                <a:cs typeface="Verdana"/>
              </a:rPr>
              <a:t>o</a:t>
            </a:r>
            <a:r>
              <a:rPr dirty="0" sz="300" spc="-10" b="1">
                <a:latin typeface="Verdana"/>
                <a:cs typeface="Verdana"/>
              </a:rPr>
              <a:t>c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ss  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10" b="1">
                <a:latin typeface="Verdana"/>
                <a:cs typeface="Verdana"/>
              </a:rPr>
              <a:t>c</a:t>
            </a:r>
            <a:r>
              <a:rPr dirty="0" sz="300" spc="-20" b="1">
                <a:latin typeface="Verdana"/>
                <a:cs typeface="Verdana"/>
              </a:rPr>
              <a:t>l</a:t>
            </a:r>
            <a:r>
              <a:rPr dirty="0" sz="300" spc="-10" b="1">
                <a:latin typeface="Verdana"/>
                <a:cs typeface="Verdana"/>
              </a:rPr>
              <a:t>u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e</a:t>
            </a:r>
            <a:r>
              <a:rPr dirty="0" sz="300" spc="-30" b="1">
                <a:latin typeface="Verdana"/>
                <a:cs typeface="Verdana"/>
              </a:rPr>
              <a:t>v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20" b="1">
                <a:latin typeface="Verdana"/>
                <a:cs typeface="Verdana"/>
              </a:rPr>
              <a:t>l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5" b="1">
                <a:latin typeface="Verdana"/>
                <a:cs typeface="Verdana"/>
              </a:rPr>
              <a:t>g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50" b="1">
                <a:latin typeface="Verdana"/>
                <a:cs typeface="Verdana"/>
              </a:rPr>
              <a:t>: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b="1">
                <a:latin typeface="Verdana"/>
                <a:cs typeface="Verdana"/>
              </a:rPr>
              <a:t>t</a:t>
            </a:r>
            <a:r>
              <a:rPr dirty="0" sz="300" spc="-10" b="1">
                <a:latin typeface="Verdana"/>
                <a:cs typeface="Verdana"/>
              </a:rPr>
              <a:t>a  </a:t>
            </a:r>
            <a:r>
              <a:rPr dirty="0" sz="300" b="1">
                <a:latin typeface="Verdana"/>
                <a:cs typeface="Verdana"/>
              </a:rPr>
              <a:t>C</a:t>
            </a:r>
            <a:r>
              <a:rPr dirty="0" sz="300" spc="-5" b="1">
                <a:latin typeface="Verdana"/>
                <a:cs typeface="Verdana"/>
              </a:rPr>
              <a:t>o</a:t>
            </a:r>
            <a:r>
              <a:rPr dirty="0" sz="300" spc="-5" b="1">
                <a:latin typeface="Verdana"/>
                <a:cs typeface="Verdana"/>
              </a:rPr>
              <a:t>ll</a:t>
            </a:r>
            <a:r>
              <a:rPr dirty="0" sz="300" spc="-5" b="1">
                <a:latin typeface="Verdana"/>
                <a:cs typeface="Verdana"/>
              </a:rPr>
              <a:t>e</a:t>
            </a:r>
            <a:r>
              <a:rPr dirty="0" sz="300" spc="5" b="1">
                <a:latin typeface="Verdana"/>
                <a:cs typeface="Verdana"/>
              </a:rPr>
              <a:t>c</a:t>
            </a:r>
            <a:r>
              <a:rPr dirty="0" sz="300" b="1">
                <a:latin typeface="Verdana"/>
                <a:cs typeface="Verdana"/>
              </a:rPr>
              <a:t>t</a:t>
            </a:r>
            <a:r>
              <a:rPr dirty="0" sz="300" spc="-5" b="1">
                <a:latin typeface="Verdana"/>
                <a:cs typeface="Verdana"/>
              </a:rPr>
              <a:t>i</a:t>
            </a:r>
            <a:r>
              <a:rPr dirty="0" sz="300" spc="-5" b="1">
                <a:latin typeface="Verdana"/>
                <a:cs typeface="Verdana"/>
              </a:rPr>
              <a:t>o</a:t>
            </a:r>
            <a:r>
              <a:rPr dirty="0" sz="300" spc="-5" b="1">
                <a:latin typeface="Verdana"/>
                <a:cs typeface="Verdana"/>
              </a:rPr>
              <a:t>n</a:t>
            </a:r>
            <a:r>
              <a:rPr dirty="0" sz="300" spc="-40" b="1">
                <a:latin typeface="Verdana"/>
                <a:cs typeface="Verdana"/>
              </a:rPr>
              <a:t>,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b="1">
                <a:latin typeface="Verdana"/>
                <a:cs typeface="Verdana"/>
              </a:rPr>
              <a:t>t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spc="-15" b="1">
                <a:latin typeface="Verdana"/>
                <a:cs typeface="Verdana"/>
              </a:rPr>
              <a:t> </a:t>
            </a:r>
            <a:r>
              <a:rPr dirty="0" sz="300" b="1">
                <a:latin typeface="Verdana"/>
                <a:cs typeface="Verdana"/>
              </a:rPr>
              <a:t>P</a:t>
            </a:r>
            <a:r>
              <a:rPr dirty="0" sz="300" spc="-20" b="1">
                <a:latin typeface="Verdana"/>
                <a:cs typeface="Verdana"/>
              </a:rPr>
              <a:t>r</a:t>
            </a:r>
            <a:r>
              <a:rPr dirty="0" sz="300" spc="-5" b="1">
                <a:latin typeface="Verdana"/>
                <a:cs typeface="Verdana"/>
              </a:rPr>
              <a:t>e</a:t>
            </a:r>
            <a:r>
              <a:rPr dirty="0" sz="300" spc="-5" b="1">
                <a:latin typeface="Verdana"/>
                <a:cs typeface="Verdana"/>
              </a:rPr>
              <a:t>p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spc="-20" b="1">
                <a:latin typeface="Verdana"/>
                <a:cs typeface="Verdana"/>
              </a:rPr>
              <a:t>r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b="1">
                <a:latin typeface="Verdana"/>
                <a:cs typeface="Verdana"/>
              </a:rPr>
              <a:t>t</a:t>
            </a:r>
            <a:r>
              <a:rPr dirty="0" sz="300" spc="-5" b="1">
                <a:latin typeface="Verdana"/>
                <a:cs typeface="Verdana"/>
              </a:rPr>
              <a:t>i</a:t>
            </a:r>
            <a:r>
              <a:rPr dirty="0" sz="300" spc="-5" b="1">
                <a:latin typeface="Verdana"/>
                <a:cs typeface="Verdana"/>
              </a:rPr>
              <a:t>o</a:t>
            </a:r>
            <a:r>
              <a:rPr dirty="0" sz="300" spc="-5" b="1">
                <a:latin typeface="Verdana"/>
                <a:cs typeface="Verdana"/>
              </a:rPr>
              <a:t>n</a:t>
            </a:r>
            <a:r>
              <a:rPr dirty="0" sz="300" spc="-35" b="1">
                <a:latin typeface="Verdana"/>
                <a:cs typeface="Verdana"/>
              </a:rPr>
              <a:t>, 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b="1">
                <a:latin typeface="Verdana"/>
                <a:cs typeface="Verdana"/>
              </a:rPr>
              <a:t>t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spc="-15" b="1">
                <a:latin typeface="Verdana"/>
                <a:cs typeface="Verdana"/>
              </a:rPr>
              <a:t> </a:t>
            </a:r>
            <a:r>
              <a:rPr dirty="0" sz="300" spc="5" b="1">
                <a:latin typeface="Verdana"/>
                <a:cs typeface="Verdana"/>
              </a:rPr>
              <a:t>A</a:t>
            </a:r>
            <a:r>
              <a:rPr dirty="0" sz="300" spc="-5" b="1">
                <a:latin typeface="Verdana"/>
                <a:cs typeface="Verdana"/>
              </a:rPr>
              <a:t>n</a:t>
            </a:r>
            <a:r>
              <a:rPr dirty="0" sz="300" spc="-10" b="1">
                <a:latin typeface="Verdana"/>
                <a:cs typeface="Verdana"/>
              </a:rPr>
              <a:t>a</a:t>
            </a:r>
            <a:r>
              <a:rPr dirty="0" sz="300" spc="-5" b="1">
                <a:latin typeface="Verdana"/>
                <a:cs typeface="Verdana"/>
              </a:rPr>
              <a:t>l</a:t>
            </a:r>
            <a:r>
              <a:rPr dirty="0" sz="300" spc="-10" b="1">
                <a:latin typeface="Verdana"/>
                <a:cs typeface="Verdana"/>
              </a:rPr>
              <a:t>y</a:t>
            </a:r>
            <a:r>
              <a:rPr dirty="0" sz="300" spc="-10" b="1">
                <a:latin typeface="Verdana"/>
                <a:cs typeface="Verdana"/>
              </a:rPr>
              <a:t>s</a:t>
            </a:r>
            <a:r>
              <a:rPr dirty="0" sz="300" spc="-5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s</a:t>
            </a:r>
            <a:r>
              <a:rPr dirty="0" sz="300" spc="-40" b="1">
                <a:latin typeface="Verdana"/>
                <a:cs typeface="Verdana"/>
              </a:rPr>
              <a:t>,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b="1">
                <a:latin typeface="Verdana"/>
                <a:cs typeface="Verdana"/>
              </a:rPr>
              <a:t>M</a:t>
            </a:r>
            <a:r>
              <a:rPr dirty="0" sz="300" spc="-5" b="1">
                <a:latin typeface="Verdana"/>
                <a:cs typeface="Verdana"/>
              </a:rPr>
              <a:t>o</a:t>
            </a:r>
            <a:r>
              <a:rPr dirty="0" sz="300" b="1">
                <a:latin typeface="Verdana"/>
                <a:cs typeface="Verdana"/>
              </a:rPr>
              <a:t>d</a:t>
            </a:r>
            <a:r>
              <a:rPr dirty="0" sz="300" spc="-5" b="1">
                <a:latin typeface="Verdana"/>
                <a:cs typeface="Verdana"/>
              </a:rPr>
              <a:t>e</a:t>
            </a:r>
            <a:r>
              <a:rPr dirty="0" sz="300" spc="-5" b="1">
                <a:latin typeface="Verdana"/>
                <a:cs typeface="Verdana"/>
              </a:rPr>
              <a:t>l  </a:t>
            </a:r>
            <a:r>
              <a:rPr dirty="0" sz="300" spc="-10" b="1">
                <a:latin typeface="Verdana"/>
                <a:cs typeface="Verdana"/>
              </a:rPr>
              <a:t>Building,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15" b="1">
                <a:latin typeface="Verdana"/>
                <a:cs typeface="Verdana"/>
              </a:rPr>
              <a:t>and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10" b="1">
                <a:latin typeface="Verdana"/>
                <a:cs typeface="Verdana"/>
              </a:rPr>
              <a:t>Deployment.</a:t>
            </a:r>
            <a:endParaRPr sz="300">
              <a:latin typeface="Verdana"/>
              <a:cs typeface="Verdana"/>
            </a:endParaRPr>
          </a:p>
          <a:p>
            <a:pPr marL="12700" marR="8890">
              <a:lnSpc>
                <a:spcPts val="300"/>
              </a:lnSpc>
            </a:pPr>
            <a:r>
              <a:rPr dirty="0" sz="300" spc="-10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10" b="1">
                <a:latin typeface="Verdana"/>
                <a:cs typeface="Verdana"/>
              </a:rPr>
              <a:t>c</a:t>
            </a:r>
            <a:r>
              <a:rPr dirty="0" sz="300" spc="-10" b="1">
                <a:latin typeface="Verdana"/>
                <a:cs typeface="Verdana"/>
              </a:rPr>
              <a:t>h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5" b="1">
                <a:latin typeface="Verdana"/>
                <a:cs typeface="Verdana"/>
              </a:rPr>
              <a:t>g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c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5" b="1">
                <a:latin typeface="Verdana"/>
                <a:cs typeface="Verdana"/>
              </a:rPr>
              <a:t>c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20" b="1">
                <a:latin typeface="Verdana"/>
                <a:cs typeface="Verdana"/>
              </a:rPr>
              <a:t>l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5" b="1">
                <a:latin typeface="Verdana"/>
                <a:cs typeface="Verdana"/>
              </a:rPr>
              <a:t>f</a:t>
            </a:r>
            <a:r>
              <a:rPr dirty="0" sz="300" spc="-15" b="1">
                <a:latin typeface="Verdana"/>
                <a:cs typeface="Verdana"/>
              </a:rPr>
              <a:t>o</a:t>
            </a:r>
            <a:r>
              <a:rPr dirty="0" sz="300" spc="-20" b="1">
                <a:latin typeface="Verdana"/>
                <a:cs typeface="Verdana"/>
              </a:rPr>
              <a:t>r  </a:t>
            </a:r>
            <a:r>
              <a:rPr dirty="0" sz="300" spc="-20" b="1">
                <a:latin typeface="Verdana"/>
                <a:cs typeface="Verdana"/>
              </a:rPr>
              <a:t>e</a:t>
            </a:r>
            <a:r>
              <a:rPr dirty="0" sz="300" spc="-30" b="1">
                <a:latin typeface="Verdana"/>
                <a:cs typeface="Verdana"/>
              </a:rPr>
              <a:t>x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5" b="1">
                <a:latin typeface="Verdana"/>
                <a:cs typeface="Verdana"/>
              </a:rPr>
              <a:t>c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5" b="1">
                <a:latin typeface="Verdana"/>
                <a:cs typeface="Verdana"/>
              </a:rPr>
              <a:t>g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35" b="1">
                <a:latin typeface="Verdana"/>
                <a:cs typeface="Verdana"/>
              </a:rPr>
              <a:t>v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20" b="1">
                <a:latin typeface="Verdana"/>
                <a:cs typeface="Verdana"/>
              </a:rPr>
              <a:t>l</a:t>
            </a:r>
            <a:r>
              <a:rPr dirty="0" sz="300" spc="-10" b="1">
                <a:latin typeface="Verdana"/>
                <a:cs typeface="Verdana"/>
              </a:rPr>
              <a:t>u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5" b="1">
                <a:latin typeface="Verdana"/>
                <a:cs typeface="Verdana"/>
              </a:rPr>
              <a:t>b</a:t>
            </a:r>
            <a:r>
              <a:rPr dirty="0" sz="300" spc="-20" b="1">
                <a:latin typeface="Verdana"/>
                <a:cs typeface="Verdana"/>
              </a:rPr>
              <a:t>l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5" b="1">
                <a:latin typeface="Verdana"/>
                <a:cs typeface="Verdana"/>
              </a:rPr>
              <a:t>g</a:t>
            </a:r>
            <a:r>
              <a:rPr dirty="0" sz="300" spc="-10" b="1">
                <a:latin typeface="Verdana"/>
                <a:cs typeface="Verdana"/>
              </a:rPr>
              <a:t>h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s  </a:t>
            </a:r>
            <a:r>
              <a:rPr dirty="0" sz="300" b="1">
                <a:latin typeface="Verdana"/>
                <a:cs typeface="Verdana"/>
              </a:rPr>
              <a:t>f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15" b="1">
                <a:latin typeface="Verdana"/>
                <a:cs typeface="Verdana"/>
              </a:rPr>
              <a:t>o</a:t>
            </a:r>
            <a:r>
              <a:rPr dirty="0" sz="300" spc="-5" b="1">
                <a:latin typeface="Verdana"/>
                <a:cs typeface="Verdana"/>
              </a:rPr>
              <a:t>m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40" b="1">
                <a:latin typeface="Verdana"/>
                <a:cs typeface="Verdana"/>
              </a:rPr>
              <a:t>.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B</a:t>
            </a:r>
            <a:r>
              <a:rPr dirty="0" sz="300" spc="-25" b="1">
                <a:latin typeface="Verdana"/>
                <a:cs typeface="Verdana"/>
              </a:rPr>
              <a:t>y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25" b="1">
                <a:latin typeface="Verdana"/>
                <a:cs typeface="Verdana"/>
              </a:rPr>
              <a:t>f</a:t>
            </a:r>
            <a:r>
              <a:rPr dirty="0" sz="300" spc="-15" b="1">
                <a:latin typeface="Verdana"/>
                <a:cs typeface="Verdana"/>
              </a:rPr>
              <a:t>o</a:t>
            </a:r>
            <a:r>
              <a:rPr dirty="0" sz="300" spc="-20" b="1">
                <a:latin typeface="Verdana"/>
                <a:cs typeface="Verdana"/>
              </a:rPr>
              <a:t>ll</a:t>
            </a:r>
            <a:r>
              <a:rPr dirty="0" sz="300" spc="-20" b="1">
                <a:latin typeface="Verdana"/>
                <a:cs typeface="Verdana"/>
              </a:rPr>
              <a:t>o</a:t>
            </a:r>
            <a:r>
              <a:rPr dirty="0" sz="300" spc="-20" b="1">
                <a:latin typeface="Verdana"/>
                <a:cs typeface="Verdana"/>
              </a:rPr>
              <a:t>w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5" b="1">
                <a:latin typeface="Verdana"/>
                <a:cs typeface="Verdana"/>
              </a:rPr>
              <a:t>g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10" b="1">
                <a:latin typeface="Verdana"/>
                <a:cs typeface="Verdana"/>
              </a:rPr>
              <a:t>h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20" b="1">
                <a:latin typeface="Verdana"/>
                <a:cs typeface="Verdana"/>
              </a:rPr>
              <a:t>s  </a:t>
            </a:r>
            <a:r>
              <a:rPr dirty="0" sz="300" spc="-5" b="1">
                <a:latin typeface="Verdana"/>
                <a:cs typeface="Verdana"/>
              </a:rPr>
              <a:t>p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15" b="1">
                <a:latin typeface="Verdana"/>
                <a:cs typeface="Verdana"/>
              </a:rPr>
              <a:t>o</a:t>
            </a:r>
            <a:r>
              <a:rPr dirty="0" sz="300" spc="-10" b="1">
                <a:latin typeface="Verdana"/>
                <a:cs typeface="Verdana"/>
              </a:rPr>
              <a:t>c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5" b="1">
                <a:latin typeface="Verdana"/>
                <a:cs typeface="Verdana"/>
              </a:rPr>
              <a:t>ss</a:t>
            </a:r>
            <a:r>
              <a:rPr dirty="0" sz="300" spc="-40" b="1">
                <a:latin typeface="Verdana"/>
                <a:cs typeface="Verdana"/>
              </a:rPr>
              <a:t>,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b</a:t>
            </a:r>
            <a:r>
              <a:rPr dirty="0" sz="300" spc="-10" b="1">
                <a:latin typeface="Verdana"/>
                <a:cs typeface="Verdana"/>
              </a:rPr>
              <a:t>u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5" b="1">
                <a:latin typeface="Verdana"/>
                <a:cs typeface="Verdana"/>
              </a:rPr>
              <a:t>ss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c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m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25" b="1">
                <a:latin typeface="Verdana"/>
                <a:cs typeface="Verdana"/>
              </a:rPr>
              <a:t>k</a:t>
            </a:r>
            <a:r>
              <a:rPr dirty="0" sz="300" spc="-10" b="1">
                <a:latin typeface="Verdana"/>
                <a:cs typeface="Verdana"/>
              </a:rPr>
              <a:t>e 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30" b="1">
                <a:latin typeface="Verdana"/>
                <a:cs typeface="Verdana"/>
              </a:rPr>
              <a:t>-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30" b="1">
                <a:latin typeface="Verdana"/>
                <a:cs typeface="Verdana"/>
              </a:rPr>
              <a:t>v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5" b="1">
                <a:latin typeface="Verdana"/>
                <a:cs typeface="Verdana"/>
              </a:rPr>
              <a:t>c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15" b="1">
                <a:latin typeface="Verdana"/>
                <a:cs typeface="Verdana"/>
              </a:rPr>
              <a:t>o</a:t>
            </a:r>
            <a:r>
              <a:rPr dirty="0" sz="300" spc="-10" b="1">
                <a:latin typeface="Verdana"/>
                <a:cs typeface="Verdana"/>
              </a:rPr>
              <a:t>n</a:t>
            </a:r>
            <a:r>
              <a:rPr dirty="0" sz="300" spc="-25" b="1">
                <a:latin typeface="Verdana"/>
                <a:cs typeface="Verdana"/>
              </a:rPr>
              <a:t>s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spc="-10" b="1">
                <a:latin typeface="Verdana"/>
                <a:cs typeface="Verdana"/>
              </a:rPr>
              <a:t>t</a:t>
            </a:r>
            <a:r>
              <a:rPr dirty="0" sz="300" spc="-10" b="1">
                <a:latin typeface="Verdana"/>
                <a:cs typeface="Verdana"/>
              </a:rPr>
              <a:t>h</a:t>
            </a:r>
            <a:r>
              <a:rPr dirty="0" sz="300" spc="-20" b="1">
                <a:latin typeface="Verdana"/>
                <a:cs typeface="Verdana"/>
              </a:rPr>
              <a:t>a</a:t>
            </a:r>
            <a:r>
              <a:rPr dirty="0" sz="300" spc="-10" b="1">
                <a:latin typeface="Verdana"/>
                <a:cs typeface="Verdana"/>
              </a:rPr>
              <a:t>t  </a:t>
            </a:r>
            <a:r>
              <a:rPr dirty="0" sz="300" spc="-5" b="1">
                <a:latin typeface="Verdana"/>
                <a:cs typeface="Verdana"/>
              </a:rPr>
              <a:t>d</a:t>
            </a:r>
            <a:r>
              <a:rPr dirty="0" sz="300" spc="-30" b="1">
                <a:latin typeface="Verdana"/>
                <a:cs typeface="Verdana"/>
              </a:rPr>
              <a:t>r</a:t>
            </a:r>
            <a:r>
              <a:rPr dirty="0" sz="300" spc="-20" b="1">
                <a:latin typeface="Verdana"/>
                <a:cs typeface="Verdana"/>
              </a:rPr>
              <a:t>i</a:t>
            </a:r>
            <a:r>
              <a:rPr dirty="0" sz="300" spc="-30" b="1">
                <a:latin typeface="Verdana"/>
                <a:cs typeface="Verdana"/>
              </a:rPr>
              <a:t>v</a:t>
            </a:r>
            <a:r>
              <a:rPr dirty="0" sz="300" spc="-15" b="1">
                <a:latin typeface="Verdana"/>
                <a:cs typeface="Verdana"/>
              </a:rPr>
              <a:t>e</a:t>
            </a:r>
            <a:r>
              <a:rPr dirty="0" sz="300" spc="-20" b="1">
                <a:latin typeface="Verdana"/>
                <a:cs typeface="Verdana"/>
              </a:rPr>
              <a:t> </a:t>
            </a:r>
            <a:r>
              <a:rPr dirty="0" sz="300" b="1">
                <a:latin typeface="Verdana"/>
                <a:cs typeface="Verdana"/>
              </a:rPr>
              <a:t>b</a:t>
            </a:r>
            <a:r>
              <a:rPr dirty="0" sz="300" spc="-5" b="1">
                <a:latin typeface="Verdana"/>
                <a:cs typeface="Verdana"/>
              </a:rPr>
              <a:t>u</a:t>
            </a:r>
            <a:r>
              <a:rPr dirty="0" sz="300" spc="-10" b="1">
                <a:latin typeface="Verdana"/>
                <a:cs typeface="Verdana"/>
              </a:rPr>
              <a:t>s</a:t>
            </a:r>
            <a:r>
              <a:rPr dirty="0" sz="300" spc="-5" b="1">
                <a:latin typeface="Verdana"/>
                <a:cs typeface="Verdana"/>
              </a:rPr>
              <a:t>i</a:t>
            </a:r>
            <a:r>
              <a:rPr dirty="0" sz="300" spc="-5" b="1">
                <a:latin typeface="Verdana"/>
                <a:cs typeface="Verdana"/>
              </a:rPr>
              <a:t>n</a:t>
            </a:r>
            <a:r>
              <a:rPr dirty="0" sz="300" spc="-5" b="1">
                <a:latin typeface="Verdana"/>
                <a:cs typeface="Verdana"/>
              </a:rPr>
              <a:t>e</a:t>
            </a:r>
            <a:r>
              <a:rPr dirty="0" sz="300" spc="-10" b="1">
                <a:latin typeface="Verdana"/>
                <a:cs typeface="Verdana"/>
              </a:rPr>
              <a:t>ss</a:t>
            </a:r>
            <a:r>
              <a:rPr dirty="0" sz="300" spc="-15" b="1">
                <a:latin typeface="Verdana"/>
                <a:cs typeface="Verdana"/>
              </a:rPr>
              <a:t> </a:t>
            </a:r>
            <a:r>
              <a:rPr dirty="0" sz="300" b="1">
                <a:latin typeface="Verdana"/>
                <a:cs typeface="Verdana"/>
              </a:rPr>
              <a:t>g</a:t>
            </a:r>
            <a:r>
              <a:rPr dirty="0" sz="300" spc="-20" b="1">
                <a:latin typeface="Verdana"/>
                <a:cs typeface="Verdana"/>
              </a:rPr>
              <a:t>r</a:t>
            </a:r>
            <a:r>
              <a:rPr dirty="0" sz="300" spc="-10" b="1">
                <a:latin typeface="Verdana"/>
                <a:cs typeface="Verdana"/>
              </a:rPr>
              <a:t>o</a:t>
            </a:r>
            <a:r>
              <a:rPr dirty="0" sz="300" spc="-5" b="1">
                <a:latin typeface="Verdana"/>
                <a:cs typeface="Verdana"/>
              </a:rPr>
              <a:t>w</a:t>
            </a:r>
            <a:r>
              <a:rPr dirty="0" sz="300" b="1">
                <a:latin typeface="Verdana"/>
                <a:cs typeface="Verdana"/>
              </a:rPr>
              <a:t>t</a:t>
            </a:r>
            <a:r>
              <a:rPr dirty="0" sz="300" spc="-5" b="1">
                <a:latin typeface="Verdana"/>
                <a:cs typeface="Verdana"/>
              </a:rPr>
              <a:t>h</a:t>
            </a:r>
            <a:r>
              <a:rPr dirty="0" sz="300" spc="-40" b="1">
                <a:latin typeface="Verdana"/>
                <a:cs typeface="Verdana"/>
              </a:rPr>
              <a:t>.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7322" y="3357181"/>
            <a:ext cx="2644140" cy="27400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30"/>
              </a:spcBef>
            </a:pPr>
            <a:r>
              <a:rPr dirty="0" sz="2250" spc="60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q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f 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15">
                <a:latin typeface="Verdana"/>
                <a:cs typeface="Verdana"/>
              </a:rPr>
              <a:t>l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25">
                <a:latin typeface="Verdana"/>
                <a:cs typeface="Verdana"/>
              </a:rPr>
              <a:t>t  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ll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345">
                <a:latin typeface="Verdana"/>
                <a:cs typeface="Verdana"/>
              </a:rPr>
              <a:t>.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-100">
                <a:latin typeface="Verdana"/>
                <a:cs typeface="Verdana"/>
              </a:rPr>
              <a:t>“</a:t>
            </a:r>
            <a:r>
              <a:rPr dirty="0" sz="2250" spc="95">
                <a:latin typeface="Verdana"/>
                <a:cs typeface="Verdana"/>
              </a:rPr>
              <a:t>w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60">
                <a:latin typeface="Verdana"/>
                <a:cs typeface="Verdana"/>
              </a:rPr>
              <a:t>r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85">
                <a:latin typeface="Verdana"/>
                <a:cs typeface="Verdana"/>
              </a:rPr>
              <a:t>r</a:t>
            </a:r>
            <a:r>
              <a:rPr dirty="0" sz="2250" spc="-385">
                <a:latin typeface="Verdana"/>
                <a:cs typeface="Verdana"/>
              </a:rPr>
              <a:t>,</a:t>
            </a:r>
            <a:r>
              <a:rPr dirty="0" sz="2250" spc="-150">
                <a:latin typeface="Verdana"/>
                <a:cs typeface="Verdana"/>
              </a:rPr>
              <a:t>” 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00">
                <a:latin typeface="Verdana"/>
                <a:cs typeface="Verdana"/>
              </a:rPr>
              <a:t>s</a:t>
            </a:r>
            <a:r>
              <a:rPr dirty="0" sz="2250" spc="-114">
                <a:latin typeface="Verdana"/>
                <a:cs typeface="Verdana"/>
              </a:rPr>
              <a:t>y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15">
                <a:latin typeface="Verdana"/>
                <a:cs typeface="Verdana"/>
              </a:rPr>
              <a:t>l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a 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f  </a:t>
            </a:r>
            <a:r>
              <a:rPr dirty="0" sz="2250" spc="-60">
                <a:latin typeface="Verdana"/>
                <a:cs typeface="Verdana"/>
              </a:rPr>
              <a:t>water.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6193" y="3309553"/>
            <a:ext cx="4083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30" b="1">
                <a:latin typeface="Verdana"/>
                <a:cs typeface="Verdana"/>
              </a:rPr>
              <a:t>2</a:t>
            </a:r>
            <a:r>
              <a:rPr dirty="0" sz="3600" spc="-425" b="1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945" y="3357178"/>
            <a:ext cx="2654935" cy="3082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dirty="0" sz="2250" spc="25">
                <a:latin typeface="Verdana"/>
                <a:cs typeface="Verdana"/>
              </a:rPr>
              <a:t>C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5">
                <a:latin typeface="Verdana"/>
                <a:cs typeface="Verdana"/>
              </a:rPr>
              <a:t>smallest </a:t>
            </a:r>
            <a:r>
              <a:rPr dirty="0" sz="2250" spc="10">
                <a:latin typeface="Verdana"/>
                <a:cs typeface="Verdana"/>
              </a:rPr>
              <a:t> 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ll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70">
                <a:latin typeface="Verdana"/>
                <a:cs typeface="Verdana"/>
              </a:rPr>
              <a:t>n 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60">
                <a:latin typeface="Verdana"/>
                <a:cs typeface="Verdana"/>
              </a:rPr>
              <a:t>z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35">
                <a:latin typeface="Verdana"/>
                <a:cs typeface="Verdana"/>
              </a:rPr>
              <a:t>c</a:t>
            </a:r>
            <a:r>
              <a:rPr dirty="0" sz="2250" spc="-345">
                <a:latin typeface="Verdana"/>
                <a:cs typeface="Verdana"/>
              </a:rPr>
              <a:t>.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-175">
                <a:latin typeface="Verdana"/>
                <a:cs typeface="Verdana"/>
              </a:rPr>
              <a:t>“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35">
                <a:latin typeface="Verdana"/>
                <a:cs typeface="Verdana"/>
              </a:rPr>
              <a:t>o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75">
                <a:latin typeface="Verdana"/>
                <a:cs typeface="Verdana"/>
              </a:rPr>
              <a:t>”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85">
                <a:latin typeface="Verdana"/>
                <a:cs typeface="Verdana"/>
              </a:rPr>
              <a:t>d 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85">
                <a:latin typeface="Verdana"/>
                <a:cs typeface="Verdana"/>
              </a:rPr>
              <a:t>b</a:t>
            </a:r>
            <a:r>
              <a:rPr dirty="0" sz="2250" spc="-85">
                <a:latin typeface="Verdana"/>
                <a:cs typeface="Verdana"/>
              </a:rPr>
              <a:t>y 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35">
                <a:latin typeface="Verdana"/>
                <a:cs typeface="Verdana"/>
              </a:rPr>
              <a:t>o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35">
                <a:latin typeface="Verdana"/>
                <a:cs typeface="Verdana"/>
              </a:rPr>
              <a:t>w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a  </a:t>
            </a:r>
            <a:r>
              <a:rPr dirty="0" sz="2250" spc="-25">
                <a:latin typeface="Verdana"/>
                <a:cs typeface="Verdana"/>
              </a:rPr>
              <a:t>ﬁshtail.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9570" y="3309553"/>
            <a:ext cx="40322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65" b="1">
                <a:latin typeface="Verdana"/>
                <a:cs typeface="Verdana"/>
              </a:rPr>
              <a:t>3</a:t>
            </a:r>
            <a:r>
              <a:rPr dirty="0" sz="3600" spc="-425" b="1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2398" y="3357178"/>
            <a:ext cx="2552700" cy="3425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25"/>
              </a:spcBef>
            </a:pPr>
            <a:r>
              <a:rPr dirty="0" sz="2250" spc="75">
                <a:latin typeface="Verdana"/>
                <a:cs typeface="Verdana"/>
              </a:rPr>
              <a:t>A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f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25">
                <a:latin typeface="Verdana"/>
                <a:cs typeface="Verdana"/>
              </a:rPr>
              <a:t>zodiac </a:t>
            </a:r>
            <a:r>
              <a:rPr dirty="0" sz="2250" spc="30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constellations, </a:t>
            </a:r>
            <a:r>
              <a:rPr dirty="0" sz="2250" spc="-10">
                <a:latin typeface="Verdana"/>
                <a:cs typeface="Verdana"/>
              </a:rPr>
              <a:t> 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00">
                <a:latin typeface="Verdana"/>
                <a:cs typeface="Verdana"/>
              </a:rPr>
              <a:t>s</a:t>
            </a:r>
            <a:r>
              <a:rPr dirty="0" sz="2250" spc="-114">
                <a:latin typeface="Verdana"/>
                <a:cs typeface="Verdana"/>
              </a:rPr>
              <a:t>y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15">
                <a:latin typeface="Verdana"/>
                <a:cs typeface="Verdana"/>
              </a:rPr>
              <a:t>l 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85">
                <a:latin typeface="Verdana"/>
                <a:cs typeface="Verdana"/>
              </a:rPr>
              <a:t>r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75">
                <a:latin typeface="Verdana"/>
                <a:cs typeface="Verdana"/>
              </a:rPr>
              <a:t>m</a:t>
            </a:r>
            <a:r>
              <a:rPr dirty="0" sz="2250" spc="-170">
                <a:latin typeface="Verdana"/>
                <a:cs typeface="Verdana"/>
              </a:rPr>
              <a:t>’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345">
                <a:latin typeface="Verdana"/>
                <a:cs typeface="Verdana"/>
              </a:rPr>
              <a:t>.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70">
                <a:latin typeface="Verdana"/>
                <a:cs typeface="Verdana"/>
              </a:rPr>
              <a:t>’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20">
                <a:latin typeface="Verdana"/>
                <a:cs typeface="Verdana"/>
              </a:rPr>
              <a:t>q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90">
                <a:latin typeface="Verdana"/>
                <a:cs typeface="Verdana"/>
              </a:rPr>
              <a:t>c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60">
                <a:latin typeface="Verdana"/>
                <a:cs typeface="Verdana"/>
              </a:rPr>
              <a:t>s  </a:t>
            </a:r>
            <a:r>
              <a:rPr dirty="0" sz="2250" spc="70">
                <a:latin typeface="Verdana"/>
                <a:cs typeface="Verdana"/>
              </a:rPr>
              <a:t>c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0">
                <a:latin typeface="Verdana"/>
                <a:cs typeface="Verdana"/>
              </a:rPr>
              <a:t>o</a:t>
            </a:r>
            <a:r>
              <a:rPr dirty="0" sz="2250" spc="-150">
                <a:latin typeface="Verdana"/>
                <a:cs typeface="Verdana"/>
              </a:rPr>
              <a:t>v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55">
                <a:latin typeface="Verdana"/>
                <a:cs typeface="Verdana"/>
              </a:rPr>
              <a:t>r  </a:t>
            </a:r>
            <a:r>
              <a:rPr dirty="0" sz="2250" spc="-25">
                <a:latin typeface="Verdana"/>
                <a:cs typeface="Verdana"/>
              </a:rPr>
              <a:t>time.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60528" y="3309553"/>
            <a:ext cx="4565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45" b="1">
                <a:latin typeface="Verdana"/>
                <a:cs typeface="Verdana"/>
              </a:rPr>
              <a:t>4</a:t>
            </a:r>
            <a:r>
              <a:rPr dirty="0" sz="3600" spc="-425" b="1">
                <a:latin typeface="Verdana"/>
                <a:cs typeface="Verdana"/>
              </a:rPr>
              <a:t>.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73271" y="3357178"/>
            <a:ext cx="2614930" cy="3082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dirty="0" sz="2250" spc="25">
                <a:latin typeface="Verdana"/>
                <a:cs typeface="Verdana"/>
              </a:rPr>
              <a:t>C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75">
                <a:latin typeface="Verdana"/>
                <a:cs typeface="Verdana"/>
              </a:rPr>
              <a:t>ss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a  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15">
                <a:latin typeface="Verdana"/>
                <a:cs typeface="Verdana"/>
              </a:rPr>
              <a:t>ll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70">
                <a:latin typeface="Verdana"/>
                <a:cs typeface="Verdana"/>
              </a:rPr>
              <a:t>n  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30">
                <a:latin typeface="Verdana"/>
                <a:cs typeface="Verdana"/>
              </a:rPr>
              <a:t>r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45">
                <a:latin typeface="Verdana"/>
                <a:cs typeface="Verdana"/>
              </a:rPr>
              <a:t>k</a:t>
            </a:r>
            <a:r>
              <a:rPr dirty="0" sz="2250" spc="-195">
                <a:latin typeface="Verdana"/>
                <a:cs typeface="Verdana"/>
              </a:rPr>
              <a:t>y</a:t>
            </a:r>
            <a:r>
              <a:rPr dirty="0" sz="2250" spc="-335">
                <a:latin typeface="Verdana"/>
                <a:cs typeface="Verdana"/>
              </a:rPr>
              <a:t>.  </a:t>
            </a:r>
            <a:r>
              <a:rPr dirty="0" sz="2250" spc="-270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20">
                <a:latin typeface="Verdana"/>
                <a:cs typeface="Verdana"/>
              </a:rPr>
              <a:t>e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15">
                <a:latin typeface="Verdana"/>
                <a:cs typeface="Verdana"/>
              </a:rPr>
              <a:t>il</a:t>
            </a:r>
            <a:r>
              <a:rPr dirty="0" sz="2250" spc="-85">
                <a:latin typeface="Verdana"/>
                <a:cs typeface="Verdana"/>
              </a:rPr>
              <a:t>y  </a:t>
            </a:r>
            <a:r>
              <a:rPr dirty="0" sz="2250" spc="-90">
                <a:latin typeface="Verdana"/>
                <a:cs typeface="Verdana"/>
              </a:rPr>
              <a:t>r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65">
                <a:latin typeface="Verdana"/>
                <a:cs typeface="Verdana"/>
              </a:rPr>
              <a:t>c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35">
                <a:latin typeface="Verdana"/>
                <a:cs typeface="Verdana"/>
              </a:rPr>
              <a:t>z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-15">
                <a:latin typeface="Verdana"/>
                <a:cs typeface="Verdana"/>
              </a:rPr>
              <a:t>l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90">
                <a:latin typeface="Verdana"/>
                <a:cs typeface="Verdana"/>
              </a:rPr>
              <a:t>u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20">
                <a:latin typeface="Verdana"/>
                <a:cs typeface="Verdana"/>
              </a:rPr>
              <a:t>t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d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95">
                <a:latin typeface="Verdana"/>
                <a:cs typeface="Verdana"/>
              </a:rPr>
              <a:t>n</a:t>
            </a:r>
            <a:r>
              <a:rPr dirty="0" sz="2250" spc="100">
                <a:latin typeface="Verdana"/>
                <a:cs typeface="Verdana"/>
              </a:rPr>
              <a:t>c</a:t>
            </a:r>
            <a:r>
              <a:rPr dirty="0" sz="2250" spc="25">
                <a:latin typeface="Verdana"/>
                <a:cs typeface="Verdana"/>
              </a:rPr>
              <a:t>t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-150">
                <a:latin typeface="Verdana"/>
                <a:cs typeface="Verdana"/>
              </a:rPr>
              <a:t>v</a:t>
            </a:r>
            <a:r>
              <a:rPr dirty="0" sz="2250" spc="10">
                <a:latin typeface="Verdana"/>
                <a:cs typeface="Verdana"/>
              </a:rPr>
              <a:t>e  </a:t>
            </a:r>
            <a:r>
              <a:rPr dirty="0" sz="2250" spc="-80">
                <a:latin typeface="Verdana"/>
                <a:cs typeface="Verdana"/>
              </a:rPr>
              <a:t>‘</a:t>
            </a:r>
            <a:r>
              <a:rPr dirty="0" sz="2250" spc="350">
                <a:latin typeface="Verdana"/>
                <a:cs typeface="Verdana"/>
              </a:rPr>
              <a:t>W</a:t>
            </a:r>
            <a:r>
              <a:rPr dirty="0" sz="2250" spc="-130">
                <a:latin typeface="Verdana"/>
                <a:cs typeface="Verdana"/>
              </a:rPr>
              <a:t>’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75">
                <a:latin typeface="Verdana"/>
                <a:cs typeface="Verdana"/>
              </a:rPr>
              <a:t>s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-25">
                <a:latin typeface="Verdana"/>
                <a:cs typeface="Verdana"/>
              </a:rPr>
              <a:t>a</a:t>
            </a:r>
            <a:r>
              <a:rPr dirty="0" sz="2250" spc="120">
                <a:latin typeface="Verdana"/>
                <a:cs typeface="Verdana"/>
              </a:rPr>
              <a:t>p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345">
                <a:latin typeface="Verdana"/>
                <a:cs typeface="Verdana"/>
              </a:rPr>
              <a:t>,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-55">
                <a:latin typeface="Verdana"/>
                <a:cs typeface="Verdana"/>
              </a:rPr>
              <a:t>f</a:t>
            </a:r>
            <a:r>
              <a:rPr dirty="0" sz="2250" spc="45">
                <a:latin typeface="Verdana"/>
                <a:cs typeface="Verdana"/>
              </a:rPr>
              <a:t>o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195">
                <a:latin typeface="Verdana"/>
                <a:cs typeface="Verdana"/>
              </a:rPr>
              <a:t>m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85">
                <a:latin typeface="Verdana"/>
                <a:cs typeface="Verdana"/>
              </a:rPr>
              <a:t>d  </a:t>
            </a:r>
            <a:r>
              <a:rPr dirty="0" sz="2250" spc="85">
                <a:latin typeface="Verdana"/>
                <a:cs typeface="Verdana"/>
              </a:rPr>
              <a:t>b</a:t>
            </a:r>
            <a:r>
              <a:rPr dirty="0" sz="2250" spc="-114">
                <a:latin typeface="Verdana"/>
                <a:cs typeface="Verdana"/>
              </a:rPr>
              <a:t>y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40">
                <a:latin typeface="Verdana"/>
                <a:cs typeface="Verdana"/>
              </a:rPr>
              <a:t>ﬁ</a:t>
            </a:r>
            <a:r>
              <a:rPr dirty="0" sz="2250" spc="-150">
                <a:latin typeface="Verdana"/>
                <a:cs typeface="Verdana"/>
              </a:rPr>
              <a:t>v</a:t>
            </a:r>
            <a:r>
              <a:rPr dirty="0" sz="2250" spc="15">
                <a:latin typeface="Verdana"/>
                <a:cs typeface="Verdana"/>
              </a:rPr>
              <a:t>e</a:t>
            </a:r>
            <a:r>
              <a:rPr dirty="0" sz="2250" spc="-204">
                <a:latin typeface="Verdana"/>
                <a:cs typeface="Verdana"/>
              </a:rPr>
              <a:t> </a:t>
            </a:r>
            <a:r>
              <a:rPr dirty="0" sz="2250" spc="120">
                <a:latin typeface="Verdana"/>
                <a:cs typeface="Verdana"/>
              </a:rPr>
              <a:t>b</a:t>
            </a:r>
            <a:r>
              <a:rPr dirty="0" sz="2250" spc="-80">
                <a:latin typeface="Verdana"/>
                <a:cs typeface="Verdana"/>
              </a:rPr>
              <a:t>r</a:t>
            </a:r>
            <a:r>
              <a:rPr dirty="0" sz="2250" spc="-15">
                <a:latin typeface="Verdana"/>
                <a:cs typeface="Verdana"/>
              </a:rPr>
              <a:t>i</a:t>
            </a:r>
            <a:r>
              <a:rPr dirty="0" sz="2250" spc="140">
                <a:latin typeface="Verdana"/>
                <a:cs typeface="Verdana"/>
              </a:rPr>
              <a:t>g</a:t>
            </a:r>
            <a:r>
              <a:rPr dirty="0" sz="2250" spc="95">
                <a:latin typeface="Verdana"/>
                <a:cs typeface="Verdana"/>
              </a:rPr>
              <a:t>h</a:t>
            </a:r>
            <a:r>
              <a:rPr dirty="0" sz="2250" spc="25">
                <a:latin typeface="Verdana"/>
                <a:cs typeface="Verdana"/>
              </a:rPr>
              <a:t>t  </a:t>
            </a:r>
            <a:r>
              <a:rPr dirty="0" sz="2250" spc="-95">
                <a:latin typeface="Verdana"/>
                <a:cs typeface="Verdana"/>
              </a:rPr>
              <a:t>stars.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966120"/>
            <a:ext cx="9220200" cy="1390650"/>
          </a:xfrm>
          <a:custGeom>
            <a:avLst/>
            <a:gdLst/>
            <a:ahLst/>
            <a:cxnLst/>
            <a:rect l="l" t="t" r="r" b="b"/>
            <a:pathLst>
              <a:path w="9220200" h="1390650">
                <a:moveTo>
                  <a:pt x="9220199" y="1390649"/>
                </a:moveTo>
                <a:lnTo>
                  <a:pt x="0" y="1390649"/>
                </a:lnTo>
                <a:lnTo>
                  <a:pt x="0" y="0"/>
                </a:lnTo>
                <a:lnTo>
                  <a:pt x="9220199" y="0"/>
                </a:lnTo>
                <a:lnTo>
                  <a:pt x="9220199" y="1390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76972" y="1086761"/>
            <a:ext cx="1443990" cy="10007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 spc="-195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60" b="1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400" spc="-105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400" spc="-16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400" spc="-15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400" spc="-8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400" spc="-100" b="1">
                <a:solidFill>
                  <a:srgbClr val="FFFFFF"/>
                </a:solidFill>
                <a:latin typeface="Verdana"/>
                <a:cs typeface="Verdana"/>
              </a:rPr>
              <a:t>a  </a:t>
            </a:r>
            <a:r>
              <a:rPr dirty="0" sz="2400" spc="-95" b="1">
                <a:solidFill>
                  <a:srgbClr val="FFFFFF"/>
                </a:solidFill>
                <a:latin typeface="Verdana"/>
                <a:cs typeface="Verdana"/>
              </a:rPr>
              <a:t>Science </a:t>
            </a:r>
            <a:r>
              <a:rPr dirty="0" sz="2400" spc="-9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30" b="1">
                <a:solidFill>
                  <a:srgbClr val="FFFFFF"/>
                </a:solidFill>
                <a:latin typeface="Verdana"/>
                <a:cs typeface="Verdana"/>
              </a:rPr>
              <a:t>Process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162077" y="1435213"/>
            <a:ext cx="467995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/>
              <a:t>D</a:t>
            </a:r>
            <a:r>
              <a:rPr dirty="0" sz="4100" spc="-160"/>
              <a:t>e</a:t>
            </a:r>
            <a:r>
              <a:rPr dirty="0" sz="4100" spc="60"/>
              <a:t>ﬁ</a:t>
            </a:r>
            <a:r>
              <a:rPr dirty="0" sz="4100" spc="-100"/>
              <a:t>n</a:t>
            </a:r>
            <a:r>
              <a:rPr dirty="0" sz="4100" spc="-210"/>
              <a:t>i</a:t>
            </a:r>
            <a:r>
              <a:rPr dirty="0" sz="4100" spc="-80"/>
              <a:t>n</a:t>
            </a:r>
            <a:r>
              <a:rPr dirty="0" sz="4100" spc="-5"/>
              <a:t>g</a:t>
            </a:r>
            <a:r>
              <a:rPr dirty="0" sz="4100" spc="-265"/>
              <a:t> </a:t>
            </a:r>
            <a:r>
              <a:rPr dirty="0" sz="4100" spc="-235"/>
              <a:t>a</a:t>
            </a:r>
            <a:r>
              <a:rPr dirty="0" sz="4100" spc="-265"/>
              <a:t> </a:t>
            </a:r>
            <a:r>
              <a:rPr dirty="0" sz="4100" spc="-120"/>
              <a:t>t</a:t>
            </a:r>
            <a:r>
              <a:rPr dirty="0" sz="4100" spc="-235"/>
              <a:t>a</a:t>
            </a:r>
            <a:r>
              <a:rPr dirty="0" sz="4100" spc="-355"/>
              <a:t>r</a:t>
            </a:r>
            <a:r>
              <a:rPr dirty="0" sz="4100" spc="-5"/>
              <a:t>g</a:t>
            </a:r>
            <a:r>
              <a:rPr dirty="0" sz="4100" spc="-160"/>
              <a:t>e</a:t>
            </a:r>
            <a:r>
              <a:rPr dirty="0" sz="4100" spc="-120"/>
              <a:t>t</a:t>
            </a:r>
            <a:endParaRPr sz="4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956" y="4662553"/>
            <a:ext cx="15935324" cy="448627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966121"/>
            <a:ext cx="9220200" cy="1390650"/>
          </a:xfrm>
          <a:custGeom>
            <a:avLst/>
            <a:gdLst/>
            <a:ahLst/>
            <a:cxnLst/>
            <a:rect l="l" t="t" r="r" b="b"/>
            <a:pathLst>
              <a:path w="9220200" h="1390650">
                <a:moveTo>
                  <a:pt x="9220199" y="1390649"/>
                </a:moveTo>
                <a:lnTo>
                  <a:pt x="0" y="1390649"/>
                </a:lnTo>
                <a:lnTo>
                  <a:pt x="0" y="0"/>
                </a:lnTo>
                <a:lnTo>
                  <a:pt x="9220199" y="0"/>
                </a:lnTo>
                <a:lnTo>
                  <a:pt x="9220199" y="1390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972" y="1096223"/>
            <a:ext cx="1499235" cy="985519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9"/>
              </a:spcBef>
            </a:pPr>
            <a:r>
              <a:rPr dirty="0" sz="1800" spc="-105" b="1">
                <a:solidFill>
                  <a:srgbClr val="FFFFFF"/>
                </a:solidFill>
                <a:latin typeface="Verdana"/>
                <a:cs typeface="Verdana"/>
              </a:rPr>
              <a:t>Real-World </a:t>
            </a:r>
            <a:r>
              <a:rPr dirty="0" sz="1800" spc="-10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800" spc="-25" b="1">
                <a:solidFill>
                  <a:srgbClr val="FFFFFF"/>
                </a:solidFill>
                <a:latin typeface="Verdana"/>
                <a:cs typeface="Verdana"/>
              </a:rPr>
              <a:t>pp</a:t>
            </a:r>
            <a:r>
              <a:rPr dirty="0" sz="1800" spc="-95" b="1">
                <a:solidFill>
                  <a:srgbClr val="FFFFFF"/>
                </a:solidFill>
                <a:latin typeface="Verdana"/>
                <a:cs typeface="Verdana"/>
              </a:rPr>
              <a:t>li</a:t>
            </a:r>
            <a:r>
              <a:rPr dirty="0" sz="1800" spc="-15" b="1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1800" spc="-11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800" spc="-6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1800" spc="-95" b="1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1800" spc="-75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1800" spc="-50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1800" spc="-105" b="1">
                <a:solidFill>
                  <a:srgbClr val="FFFFFF"/>
                </a:solidFill>
                <a:latin typeface="Verdana"/>
                <a:cs typeface="Verdana"/>
              </a:rPr>
              <a:t>s  </a:t>
            </a:r>
            <a:r>
              <a:rPr dirty="0" sz="1800" spc="-75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1800" spc="-100" b="1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1800" spc="-12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1800" spc="-110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1800" spc="-60" b="1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1800" spc="-75" b="1">
                <a:solidFill>
                  <a:srgbClr val="FFFFFF"/>
                </a:solidFill>
                <a:latin typeface="Verdana"/>
                <a:cs typeface="Verdana"/>
              </a:rPr>
              <a:t>a  </a:t>
            </a:r>
            <a:r>
              <a:rPr dirty="0" sz="1800" spc="-70" b="1">
                <a:solidFill>
                  <a:srgbClr val="FFFFFF"/>
                </a:solidFill>
                <a:latin typeface="Verdana"/>
                <a:cs typeface="Verdana"/>
              </a:rPr>
              <a:t>Science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2077" y="1435214"/>
            <a:ext cx="4815205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95"/>
              <a:t>A</a:t>
            </a:r>
            <a:r>
              <a:rPr dirty="0" sz="4100" spc="-40"/>
              <a:t>b</a:t>
            </a:r>
            <a:r>
              <a:rPr dirty="0" sz="4100" spc="-155"/>
              <a:t>o</a:t>
            </a:r>
            <a:r>
              <a:rPr dirty="0" sz="4100" spc="-114"/>
              <a:t>u</a:t>
            </a:r>
            <a:r>
              <a:rPr dirty="0" sz="4100" spc="-120"/>
              <a:t>t</a:t>
            </a:r>
            <a:r>
              <a:rPr dirty="0" sz="4100" spc="-265"/>
              <a:t> </a:t>
            </a:r>
            <a:r>
              <a:rPr dirty="0" sz="4100" spc="-120"/>
              <a:t>t</a:t>
            </a:r>
            <a:r>
              <a:rPr dirty="0" sz="4100" spc="-80"/>
              <a:t>h</a:t>
            </a:r>
            <a:r>
              <a:rPr dirty="0" sz="4100" spc="-160"/>
              <a:t>e</a:t>
            </a:r>
            <a:r>
              <a:rPr dirty="0" sz="4100" spc="-265"/>
              <a:t> </a:t>
            </a:r>
            <a:r>
              <a:rPr dirty="0" sz="4100" spc="-40"/>
              <a:t>p</a:t>
            </a:r>
            <a:r>
              <a:rPr dirty="0" sz="4100" spc="-355"/>
              <a:t>r</a:t>
            </a:r>
            <a:r>
              <a:rPr dirty="0" sz="4100" spc="-155"/>
              <a:t>o</a:t>
            </a:r>
            <a:r>
              <a:rPr dirty="0" sz="4100" spc="-434"/>
              <a:t>j</a:t>
            </a:r>
            <a:r>
              <a:rPr dirty="0" sz="4100" spc="-160"/>
              <a:t>e</a:t>
            </a:r>
            <a:r>
              <a:rPr dirty="0" sz="4100" spc="5"/>
              <a:t>c</a:t>
            </a:r>
            <a:r>
              <a:rPr dirty="0" sz="4100" spc="-120"/>
              <a:t>t</a:t>
            </a:r>
            <a:endParaRPr sz="4100"/>
          </a:p>
        </p:txBody>
      </p:sp>
      <p:sp>
        <p:nvSpPr>
          <p:cNvPr id="6" name="object 6"/>
          <p:cNvSpPr txBox="1"/>
          <p:nvPr/>
        </p:nvSpPr>
        <p:spPr>
          <a:xfrm>
            <a:off x="9902063" y="1487910"/>
            <a:ext cx="7197725" cy="307530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370"/>
              </a:spcBef>
            </a:pPr>
            <a:r>
              <a:rPr dirty="0" sz="2700" spc="145">
                <a:latin typeface="Verdana"/>
                <a:cs typeface="Verdana"/>
              </a:rPr>
              <a:t>D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190">
                <a:latin typeface="Verdana"/>
                <a:cs typeface="Verdana"/>
              </a:rPr>
              <a:t>S</a:t>
            </a:r>
            <a:r>
              <a:rPr dirty="0" sz="2700" spc="110">
                <a:latin typeface="Verdana"/>
                <a:cs typeface="Verdana"/>
              </a:rPr>
              <a:t>c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85">
                <a:latin typeface="Verdana"/>
                <a:cs typeface="Verdana"/>
              </a:rPr>
              <a:t>c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14">
                <a:latin typeface="Verdana"/>
                <a:cs typeface="Verdana"/>
              </a:rPr>
              <a:t>h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14">
                <a:latin typeface="Verdana"/>
                <a:cs typeface="Verdana"/>
              </a:rPr>
              <a:t>n</a:t>
            </a:r>
            <a:r>
              <a:rPr dirty="0" sz="2700" spc="105">
                <a:latin typeface="Verdana"/>
                <a:cs typeface="Verdana"/>
              </a:rPr>
              <a:t>u</a:t>
            </a:r>
            <a:r>
              <a:rPr dirty="0" sz="2700" spc="240">
                <a:latin typeface="Verdana"/>
                <a:cs typeface="Verdana"/>
              </a:rPr>
              <a:t>m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110">
                <a:latin typeface="Verdana"/>
                <a:cs typeface="Verdana"/>
              </a:rPr>
              <a:t>r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105">
                <a:latin typeface="Verdana"/>
                <a:cs typeface="Verdana"/>
              </a:rPr>
              <a:t>u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110">
                <a:latin typeface="Verdana"/>
                <a:cs typeface="Verdana"/>
              </a:rPr>
              <a:t>r</a:t>
            </a:r>
            <a:r>
              <a:rPr dirty="0" sz="2700" spc="-25">
                <a:latin typeface="Verdana"/>
                <a:cs typeface="Verdana"/>
              </a:rPr>
              <a:t>e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-15">
                <a:latin typeface="Verdana"/>
                <a:cs typeface="Verdana"/>
              </a:rPr>
              <a:t>l</a:t>
            </a:r>
            <a:r>
              <a:rPr dirty="0" sz="2700" spc="-229">
                <a:latin typeface="Verdana"/>
                <a:cs typeface="Verdana"/>
              </a:rPr>
              <a:t>-</a:t>
            </a:r>
            <a:r>
              <a:rPr dirty="0" sz="2700" spc="114">
                <a:latin typeface="Verdana"/>
                <a:cs typeface="Verdana"/>
              </a:rPr>
              <a:t>w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-95">
                <a:latin typeface="Verdana"/>
                <a:cs typeface="Verdana"/>
              </a:rPr>
              <a:t>r</a:t>
            </a:r>
            <a:r>
              <a:rPr dirty="0" sz="2700" spc="-15">
                <a:latin typeface="Verdana"/>
                <a:cs typeface="Verdana"/>
              </a:rPr>
              <a:t>l</a:t>
            </a:r>
            <a:r>
              <a:rPr dirty="0" sz="2700" spc="105">
                <a:latin typeface="Verdana"/>
                <a:cs typeface="Verdana"/>
              </a:rPr>
              <a:t>d  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145">
                <a:latin typeface="Verdana"/>
                <a:cs typeface="Verdana"/>
              </a:rPr>
              <a:t>pp</a:t>
            </a:r>
            <a:r>
              <a:rPr dirty="0" sz="2700" spc="-15">
                <a:latin typeface="Verdana"/>
                <a:cs typeface="Verdana"/>
              </a:rPr>
              <a:t>li</a:t>
            </a:r>
            <a:r>
              <a:rPr dirty="0" sz="2700" spc="110">
                <a:latin typeface="Verdana"/>
                <a:cs typeface="Verdana"/>
              </a:rPr>
              <a:t>c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114">
                <a:latin typeface="Verdana"/>
                <a:cs typeface="Verdana"/>
              </a:rPr>
              <a:t>n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409">
                <a:latin typeface="Verdana"/>
                <a:cs typeface="Verdana"/>
              </a:rPr>
              <a:t>,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85">
                <a:latin typeface="Verdana"/>
                <a:cs typeface="Verdana"/>
              </a:rPr>
              <a:t>c</a:t>
            </a:r>
            <a:r>
              <a:rPr dirty="0" sz="2700" spc="-15">
                <a:latin typeface="Verdana"/>
                <a:cs typeface="Verdana"/>
              </a:rPr>
              <a:t>l</a:t>
            </a:r>
            <a:r>
              <a:rPr dirty="0" sz="2700" spc="105">
                <a:latin typeface="Verdana"/>
                <a:cs typeface="Verdana"/>
              </a:rPr>
              <a:t>u</a:t>
            </a:r>
            <a:r>
              <a:rPr dirty="0" sz="2700" spc="145">
                <a:latin typeface="Verdana"/>
                <a:cs typeface="Verdana"/>
              </a:rPr>
              <a:t>d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170">
                <a:latin typeface="Verdana"/>
                <a:cs typeface="Verdana"/>
              </a:rPr>
              <a:t>g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60" b="1">
                <a:latin typeface="Tahoma"/>
                <a:cs typeface="Tahoma"/>
              </a:rPr>
              <a:t>p</a:t>
            </a:r>
            <a:r>
              <a:rPr dirty="0" sz="2700" spc="-35" b="1">
                <a:latin typeface="Tahoma"/>
                <a:cs typeface="Tahoma"/>
              </a:rPr>
              <a:t>r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65" b="1">
                <a:latin typeface="Tahoma"/>
                <a:cs typeface="Tahoma"/>
              </a:rPr>
              <a:t>d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190" b="1">
                <a:latin typeface="Tahoma"/>
                <a:cs typeface="Tahoma"/>
              </a:rPr>
              <a:t>c</a:t>
            </a:r>
            <a:r>
              <a:rPr dirty="0" sz="2700" spc="50" b="1">
                <a:latin typeface="Tahoma"/>
                <a:cs typeface="Tahoma"/>
              </a:rPr>
              <a:t>t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5" b="1">
                <a:latin typeface="Tahoma"/>
                <a:cs typeface="Tahoma"/>
              </a:rPr>
              <a:t>v</a:t>
            </a:r>
            <a:r>
              <a:rPr dirty="0" sz="2700" spc="65" b="1">
                <a:latin typeface="Tahoma"/>
                <a:cs typeface="Tahoma"/>
              </a:rPr>
              <a:t>e  </a:t>
            </a:r>
            <a:r>
              <a:rPr dirty="0" sz="2700" spc="254" b="1">
                <a:latin typeface="Tahoma"/>
                <a:cs typeface="Tahoma"/>
              </a:rPr>
              <a:t>m</a:t>
            </a:r>
            <a:r>
              <a:rPr dirty="0" sz="2700" spc="45" b="1">
                <a:latin typeface="Tahoma"/>
                <a:cs typeface="Tahoma"/>
              </a:rPr>
              <a:t>a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135" b="1">
                <a:latin typeface="Tahoma"/>
                <a:cs typeface="Tahoma"/>
              </a:rPr>
              <a:t>n</a:t>
            </a:r>
            <a:r>
              <a:rPr dirty="0" sz="2700" b="1">
                <a:latin typeface="Tahoma"/>
                <a:cs typeface="Tahoma"/>
              </a:rPr>
              <a:t>t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35" b="1">
                <a:latin typeface="Tahoma"/>
                <a:cs typeface="Tahoma"/>
              </a:rPr>
              <a:t>n</a:t>
            </a:r>
            <a:r>
              <a:rPr dirty="0" sz="2700" spc="45" b="1">
                <a:latin typeface="Tahoma"/>
                <a:cs typeface="Tahoma"/>
              </a:rPr>
              <a:t>a</a:t>
            </a:r>
            <a:r>
              <a:rPr dirty="0" sz="2700" spc="150" b="1">
                <a:latin typeface="Tahoma"/>
                <a:cs typeface="Tahoma"/>
              </a:rPr>
              <a:t>n</a:t>
            </a:r>
            <a:r>
              <a:rPr dirty="0" sz="2700" spc="150" b="1">
                <a:latin typeface="Tahoma"/>
                <a:cs typeface="Tahoma"/>
              </a:rPr>
              <a:t>c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-409">
                <a:latin typeface="Verdana"/>
                <a:cs typeface="Verdana"/>
              </a:rPr>
              <a:t>,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225" b="1">
                <a:latin typeface="Tahoma"/>
                <a:cs typeface="Tahoma"/>
              </a:rPr>
              <a:t>f</a:t>
            </a:r>
            <a:r>
              <a:rPr dirty="0" sz="2700" spc="-30" b="1">
                <a:latin typeface="Tahoma"/>
                <a:cs typeface="Tahoma"/>
              </a:rPr>
              <a:t>r</a:t>
            </a:r>
            <a:r>
              <a:rPr dirty="0" sz="2700" spc="45" b="1">
                <a:latin typeface="Tahoma"/>
                <a:cs typeface="Tahoma"/>
              </a:rPr>
              <a:t>a</a:t>
            </a:r>
            <a:r>
              <a:rPr dirty="0" sz="2700" spc="125" b="1">
                <a:latin typeface="Tahoma"/>
                <a:cs typeface="Tahoma"/>
              </a:rPr>
              <a:t>u</a:t>
            </a:r>
            <a:r>
              <a:rPr dirty="0" sz="2700" spc="165" b="1">
                <a:latin typeface="Tahoma"/>
                <a:cs typeface="Tahoma"/>
              </a:rPr>
              <a:t>d</a:t>
            </a:r>
            <a:r>
              <a:rPr dirty="0" sz="2700" spc="-30" b="1">
                <a:latin typeface="Tahoma"/>
                <a:cs typeface="Tahoma"/>
              </a:rPr>
              <a:t> </a:t>
            </a:r>
            <a:r>
              <a:rPr dirty="0" sz="2700" spc="165" b="1">
                <a:latin typeface="Tahoma"/>
                <a:cs typeface="Tahoma"/>
              </a:rPr>
              <a:t>d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b="1">
                <a:latin typeface="Tahoma"/>
                <a:cs typeface="Tahoma"/>
              </a:rPr>
              <a:t>t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90" b="1">
                <a:latin typeface="Tahoma"/>
                <a:cs typeface="Tahoma"/>
              </a:rPr>
              <a:t>c</a:t>
            </a:r>
            <a:r>
              <a:rPr dirty="0" sz="2700" spc="50" b="1">
                <a:latin typeface="Tahoma"/>
                <a:cs typeface="Tahoma"/>
              </a:rPr>
              <a:t>t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100" b="1">
                <a:latin typeface="Tahoma"/>
                <a:cs typeface="Tahoma"/>
              </a:rPr>
              <a:t>o</a:t>
            </a:r>
            <a:r>
              <a:rPr dirty="0" sz="2700" spc="135" b="1">
                <a:latin typeface="Tahoma"/>
                <a:cs typeface="Tahoma"/>
              </a:rPr>
              <a:t>n</a:t>
            </a:r>
            <a:r>
              <a:rPr dirty="0" sz="2700" spc="-405">
                <a:latin typeface="Verdana"/>
                <a:cs typeface="Verdana"/>
              </a:rPr>
              <a:t>,  </a:t>
            </a:r>
            <a:r>
              <a:rPr dirty="0" sz="2700" spc="170" b="1">
                <a:latin typeface="Tahoma"/>
                <a:cs typeface="Tahoma"/>
              </a:rPr>
              <a:t>c</a:t>
            </a:r>
            <a:r>
              <a:rPr dirty="0" sz="2700" spc="125" b="1">
                <a:latin typeface="Tahoma"/>
                <a:cs typeface="Tahoma"/>
              </a:rPr>
              <a:t>u</a:t>
            </a:r>
            <a:r>
              <a:rPr dirty="0" sz="2700" spc="40" b="1">
                <a:latin typeface="Tahoma"/>
                <a:cs typeface="Tahoma"/>
              </a:rPr>
              <a:t>s</a:t>
            </a:r>
            <a:r>
              <a:rPr dirty="0" sz="2700" b="1">
                <a:latin typeface="Tahoma"/>
                <a:cs typeface="Tahoma"/>
              </a:rPr>
              <a:t>t</a:t>
            </a:r>
            <a:r>
              <a:rPr dirty="0" sz="2700" spc="100" b="1">
                <a:latin typeface="Tahoma"/>
                <a:cs typeface="Tahoma"/>
              </a:rPr>
              <a:t>o</a:t>
            </a:r>
            <a:r>
              <a:rPr dirty="0" sz="2700" spc="270" b="1">
                <a:latin typeface="Tahoma"/>
                <a:cs typeface="Tahoma"/>
              </a:rPr>
              <a:t>m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-10" b="1">
                <a:latin typeface="Tahoma"/>
                <a:cs typeface="Tahoma"/>
              </a:rPr>
              <a:t>r</a:t>
            </a:r>
            <a:r>
              <a:rPr dirty="0" sz="2700" spc="-30" b="1">
                <a:latin typeface="Tahoma"/>
                <a:cs typeface="Tahoma"/>
              </a:rPr>
              <a:t> </a:t>
            </a:r>
            <a:r>
              <a:rPr dirty="0" sz="2700" spc="40" b="1">
                <a:latin typeface="Tahoma"/>
                <a:cs typeface="Tahoma"/>
              </a:rPr>
              <a:t>s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90" b="1">
                <a:latin typeface="Tahoma"/>
                <a:cs typeface="Tahoma"/>
              </a:rPr>
              <a:t>g</a:t>
            </a:r>
            <a:r>
              <a:rPr dirty="0" sz="2700" spc="270" b="1">
                <a:latin typeface="Tahoma"/>
                <a:cs typeface="Tahoma"/>
              </a:rPr>
              <a:t>m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35" b="1">
                <a:latin typeface="Tahoma"/>
                <a:cs typeface="Tahoma"/>
              </a:rPr>
              <a:t>n</a:t>
            </a:r>
            <a:r>
              <a:rPr dirty="0" sz="2700" spc="50" b="1">
                <a:latin typeface="Tahoma"/>
                <a:cs typeface="Tahoma"/>
              </a:rPr>
              <a:t>t</a:t>
            </a:r>
            <a:r>
              <a:rPr dirty="0" sz="2700" spc="45" b="1">
                <a:latin typeface="Tahoma"/>
                <a:cs typeface="Tahoma"/>
              </a:rPr>
              <a:t>a</a:t>
            </a:r>
            <a:r>
              <a:rPr dirty="0" sz="2700" spc="50" b="1">
                <a:latin typeface="Tahoma"/>
                <a:cs typeface="Tahoma"/>
              </a:rPr>
              <a:t>t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100" b="1">
                <a:latin typeface="Tahoma"/>
                <a:cs typeface="Tahoma"/>
              </a:rPr>
              <a:t>o</a:t>
            </a:r>
            <a:r>
              <a:rPr dirty="0" sz="2700" spc="135" b="1">
                <a:latin typeface="Tahoma"/>
                <a:cs typeface="Tahoma"/>
              </a:rPr>
              <a:t>n</a:t>
            </a:r>
            <a:r>
              <a:rPr dirty="0" sz="2700" spc="-409">
                <a:latin typeface="Verdana"/>
                <a:cs typeface="Verdana"/>
              </a:rPr>
              <a:t>,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105">
                <a:latin typeface="Verdana"/>
                <a:cs typeface="Verdana"/>
              </a:rPr>
              <a:t>d  </a:t>
            </a:r>
            <a:r>
              <a:rPr dirty="0" sz="2700" spc="-35" b="1">
                <a:latin typeface="Tahoma"/>
                <a:cs typeface="Tahoma"/>
              </a:rPr>
              <a:t>r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50" b="1">
                <a:latin typeface="Tahoma"/>
                <a:cs typeface="Tahoma"/>
              </a:rPr>
              <a:t>c</a:t>
            </a:r>
            <a:r>
              <a:rPr dirty="0" sz="2700" spc="100" b="1">
                <a:latin typeface="Tahoma"/>
                <a:cs typeface="Tahoma"/>
              </a:rPr>
              <a:t>o</a:t>
            </a:r>
            <a:r>
              <a:rPr dirty="0" sz="2700" spc="254" b="1">
                <a:latin typeface="Tahoma"/>
                <a:cs typeface="Tahoma"/>
              </a:rPr>
              <a:t>m</a:t>
            </a:r>
            <a:r>
              <a:rPr dirty="0" sz="2700" spc="270" b="1">
                <a:latin typeface="Tahoma"/>
                <a:cs typeface="Tahoma"/>
              </a:rPr>
              <a:t>m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50" b="1">
                <a:latin typeface="Tahoma"/>
                <a:cs typeface="Tahoma"/>
              </a:rPr>
              <a:t>n</a:t>
            </a:r>
            <a:r>
              <a:rPr dirty="0" sz="2700" spc="165" b="1">
                <a:latin typeface="Tahoma"/>
                <a:cs typeface="Tahoma"/>
              </a:rPr>
              <a:t>d</a:t>
            </a:r>
            <a:r>
              <a:rPr dirty="0" sz="2700" spc="45" b="1">
                <a:latin typeface="Tahoma"/>
                <a:cs typeface="Tahoma"/>
              </a:rPr>
              <a:t>a</a:t>
            </a:r>
            <a:r>
              <a:rPr dirty="0" sz="2700" spc="50" b="1">
                <a:latin typeface="Tahoma"/>
                <a:cs typeface="Tahoma"/>
              </a:rPr>
              <a:t>t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100" b="1">
                <a:latin typeface="Tahoma"/>
                <a:cs typeface="Tahoma"/>
              </a:rPr>
              <a:t>o</a:t>
            </a:r>
            <a:r>
              <a:rPr dirty="0" sz="2700" spc="135" b="1">
                <a:latin typeface="Tahoma"/>
                <a:cs typeface="Tahoma"/>
              </a:rPr>
              <a:t>n</a:t>
            </a:r>
            <a:r>
              <a:rPr dirty="0" sz="2700" spc="-30" b="1">
                <a:latin typeface="Tahoma"/>
                <a:cs typeface="Tahoma"/>
              </a:rPr>
              <a:t> 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150" b="1">
                <a:latin typeface="Tahoma"/>
                <a:cs typeface="Tahoma"/>
              </a:rPr>
              <a:t>n</a:t>
            </a:r>
            <a:r>
              <a:rPr dirty="0" sz="2700" spc="190" b="1">
                <a:latin typeface="Tahoma"/>
                <a:cs typeface="Tahoma"/>
              </a:rPr>
              <a:t>g</a:t>
            </a:r>
            <a:r>
              <a:rPr dirty="0" sz="2700" spc="-5" b="1">
                <a:latin typeface="Tahoma"/>
                <a:cs typeface="Tahoma"/>
              </a:rPr>
              <a:t>i</a:t>
            </a:r>
            <a:r>
              <a:rPr dirty="0" sz="2700" spc="150" b="1">
                <a:latin typeface="Tahoma"/>
                <a:cs typeface="Tahoma"/>
              </a:rPr>
              <a:t>n</a:t>
            </a:r>
            <a:r>
              <a:rPr dirty="0" sz="2700" spc="100" b="1">
                <a:latin typeface="Tahoma"/>
                <a:cs typeface="Tahoma"/>
              </a:rPr>
              <a:t>e</a:t>
            </a:r>
            <a:r>
              <a:rPr dirty="0" sz="2700" spc="40" b="1">
                <a:latin typeface="Tahoma"/>
                <a:cs typeface="Tahoma"/>
              </a:rPr>
              <a:t>s</a:t>
            </a:r>
            <a:r>
              <a:rPr dirty="0" sz="2700" spc="-409">
                <a:latin typeface="Verdana"/>
                <a:cs typeface="Verdana"/>
              </a:rPr>
              <a:t>.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80">
                <a:latin typeface="Verdana"/>
                <a:cs typeface="Verdana"/>
              </a:rPr>
              <a:t>B</a:t>
            </a:r>
            <a:r>
              <a:rPr dirty="0" sz="2700" spc="-135">
                <a:latin typeface="Verdana"/>
                <a:cs typeface="Verdana"/>
              </a:rPr>
              <a:t>y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15">
                <a:latin typeface="Verdana"/>
                <a:cs typeface="Verdana"/>
              </a:rPr>
              <a:t>l</a:t>
            </a:r>
            <a:r>
              <a:rPr dirty="0" sz="2700" spc="-10">
                <a:latin typeface="Verdana"/>
                <a:cs typeface="Verdana"/>
              </a:rPr>
              <a:t>e</a:t>
            </a:r>
            <a:r>
              <a:rPr dirty="0" sz="2700" spc="-180">
                <a:latin typeface="Verdana"/>
                <a:cs typeface="Verdana"/>
              </a:rPr>
              <a:t>v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95">
                <a:latin typeface="Verdana"/>
                <a:cs typeface="Verdana"/>
              </a:rPr>
              <a:t>r</a:t>
            </a:r>
            <a:r>
              <a:rPr dirty="0" sz="2700" spc="-25">
                <a:latin typeface="Verdana"/>
                <a:cs typeface="Verdana"/>
              </a:rPr>
              <a:t>a</a:t>
            </a:r>
            <a:r>
              <a:rPr dirty="0" sz="2700" spc="170">
                <a:latin typeface="Verdana"/>
                <a:cs typeface="Verdana"/>
              </a:rPr>
              <a:t>g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120">
                <a:latin typeface="Verdana"/>
                <a:cs typeface="Verdana"/>
              </a:rPr>
              <a:t>g  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120">
                <a:latin typeface="Verdana"/>
                <a:cs typeface="Verdana"/>
              </a:rPr>
              <a:t>h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145">
                <a:latin typeface="Verdana"/>
                <a:cs typeface="Verdana"/>
              </a:rPr>
              <a:t>pp</a:t>
            </a:r>
            <a:r>
              <a:rPr dirty="0" sz="2700" spc="-15">
                <a:latin typeface="Verdana"/>
                <a:cs typeface="Verdana"/>
              </a:rPr>
              <a:t>li</a:t>
            </a:r>
            <a:r>
              <a:rPr dirty="0" sz="2700" spc="110">
                <a:latin typeface="Verdana"/>
                <a:cs typeface="Verdana"/>
              </a:rPr>
              <a:t>c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114">
                <a:latin typeface="Verdana"/>
                <a:cs typeface="Verdana"/>
              </a:rPr>
              <a:t>n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409">
                <a:latin typeface="Verdana"/>
                <a:cs typeface="Verdana"/>
              </a:rPr>
              <a:t>,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45">
                <a:latin typeface="Verdana"/>
                <a:cs typeface="Verdana"/>
              </a:rPr>
              <a:t>b</a:t>
            </a:r>
            <a:r>
              <a:rPr dirty="0" sz="2700" spc="105">
                <a:latin typeface="Verdana"/>
                <a:cs typeface="Verdana"/>
              </a:rPr>
              <a:t>u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90">
                <a:latin typeface="Verdana"/>
                <a:cs typeface="Verdana"/>
              </a:rPr>
              <a:t>ss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10">
                <a:latin typeface="Verdana"/>
                <a:cs typeface="Verdana"/>
              </a:rPr>
              <a:t>c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80">
                <a:latin typeface="Verdana"/>
                <a:cs typeface="Verdana"/>
              </a:rPr>
              <a:t>n  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145">
                <a:latin typeface="Verdana"/>
                <a:cs typeface="Verdana"/>
              </a:rPr>
              <a:t>p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235">
                <a:latin typeface="Verdana"/>
                <a:cs typeface="Verdana"/>
              </a:rPr>
              <a:t>m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-65">
                <a:latin typeface="Verdana"/>
                <a:cs typeface="Verdana"/>
              </a:rPr>
              <a:t>z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120">
                <a:latin typeface="Verdana"/>
                <a:cs typeface="Verdana"/>
              </a:rPr>
              <a:t>h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-70">
                <a:latin typeface="Verdana"/>
                <a:cs typeface="Verdana"/>
              </a:rPr>
              <a:t>r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145">
                <a:latin typeface="Verdana"/>
                <a:cs typeface="Verdana"/>
              </a:rPr>
              <a:t>p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95">
                <a:latin typeface="Verdana"/>
                <a:cs typeface="Verdana"/>
              </a:rPr>
              <a:t>r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114">
                <a:latin typeface="Verdana"/>
                <a:cs typeface="Verdana"/>
              </a:rPr>
              <a:t>n</a:t>
            </a:r>
            <a:r>
              <a:rPr dirty="0" sz="2700" spc="-90">
                <a:latin typeface="Verdana"/>
                <a:cs typeface="Verdana"/>
              </a:rPr>
              <a:t>s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30">
                <a:latin typeface="Verdana"/>
                <a:cs typeface="Verdana"/>
              </a:rPr>
              <a:t>a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145">
                <a:latin typeface="Verdana"/>
                <a:cs typeface="Verdana"/>
              </a:rPr>
              <a:t>d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235">
                <a:latin typeface="Verdana"/>
                <a:cs typeface="Verdana"/>
              </a:rPr>
              <a:t>m</a:t>
            </a:r>
            <a:r>
              <a:rPr dirty="0" sz="2700" spc="145">
                <a:latin typeface="Verdana"/>
                <a:cs typeface="Verdana"/>
              </a:rPr>
              <a:t>p</a:t>
            </a:r>
            <a:r>
              <a:rPr dirty="0" sz="2700" spc="-110">
                <a:latin typeface="Verdana"/>
                <a:cs typeface="Verdana"/>
              </a:rPr>
              <a:t>r</a:t>
            </a:r>
            <a:r>
              <a:rPr dirty="0" sz="2700" spc="5">
                <a:latin typeface="Verdana"/>
                <a:cs typeface="Verdana"/>
              </a:rPr>
              <a:t>o</a:t>
            </a:r>
            <a:r>
              <a:rPr dirty="0" sz="2700" spc="-180">
                <a:latin typeface="Verdana"/>
                <a:cs typeface="Verdana"/>
              </a:rPr>
              <a:t>v</a:t>
            </a:r>
            <a:r>
              <a:rPr dirty="0" sz="2700" spc="15">
                <a:latin typeface="Verdana"/>
                <a:cs typeface="Verdana"/>
              </a:rPr>
              <a:t>e  </a:t>
            </a:r>
            <a:r>
              <a:rPr dirty="0" sz="2700" spc="30">
                <a:latin typeface="Verdana"/>
                <a:cs typeface="Verdana"/>
              </a:rPr>
              <a:t>t</a:t>
            </a:r>
            <a:r>
              <a:rPr dirty="0" sz="2700" spc="120">
                <a:latin typeface="Verdana"/>
                <a:cs typeface="Verdana"/>
              </a:rPr>
              <a:t>h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15">
                <a:latin typeface="Verdana"/>
                <a:cs typeface="Verdana"/>
              </a:rPr>
              <a:t>i</a:t>
            </a:r>
            <a:r>
              <a:rPr dirty="0" sz="2700" spc="-70">
                <a:latin typeface="Verdana"/>
                <a:cs typeface="Verdana"/>
              </a:rPr>
              <a:t>r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145">
                <a:latin typeface="Verdana"/>
                <a:cs typeface="Verdana"/>
              </a:rPr>
              <a:t>b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-10">
                <a:latin typeface="Verdana"/>
                <a:cs typeface="Verdana"/>
              </a:rPr>
              <a:t>t</a:t>
            </a:r>
            <a:r>
              <a:rPr dirty="0" sz="2700" spc="-25">
                <a:latin typeface="Verdana"/>
                <a:cs typeface="Verdana"/>
              </a:rPr>
              <a:t>t</a:t>
            </a:r>
            <a:r>
              <a:rPr dirty="0" sz="2700" spc="50">
                <a:latin typeface="Verdana"/>
                <a:cs typeface="Verdana"/>
              </a:rPr>
              <a:t>o</a:t>
            </a:r>
            <a:r>
              <a:rPr dirty="0" sz="2700" spc="235">
                <a:latin typeface="Verdana"/>
                <a:cs typeface="Verdana"/>
              </a:rPr>
              <a:t>m</a:t>
            </a:r>
            <a:r>
              <a:rPr dirty="0" sz="2700" spc="-245">
                <a:latin typeface="Verdana"/>
                <a:cs typeface="Verdana"/>
              </a:rPr>
              <a:t> </a:t>
            </a:r>
            <a:r>
              <a:rPr dirty="0" sz="2700" spc="-15">
                <a:latin typeface="Verdana"/>
                <a:cs typeface="Verdana"/>
              </a:rPr>
              <a:t>li</a:t>
            </a:r>
            <a:r>
              <a:rPr dirty="0" sz="2700" spc="120">
                <a:latin typeface="Verdana"/>
                <a:cs typeface="Verdana"/>
              </a:rPr>
              <a:t>n</a:t>
            </a:r>
            <a:r>
              <a:rPr dirty="0" sz="2700" spc="20">
                <a:latin typeface="Verdana"/>
                <a:cs typeface="Verdana"/>
              </a:rPr>
              <a:t>e</a:t>
            </a:r>
            <a:r>
              <a:rPr dirty="0" sz="2700" spc="-409"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7167" y="1580617"/>
            <a:ext cx="7886698" cy="75723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38599" y="2789745"/>
            <a:ext cx="6457950" cy="26009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65">
                <a:latin typeface="Verdana"/>
                <a:cs typeface="Verdana"/>
              </a:rPr>
              <a:t>S</a:t>
            </a:r>
            <a:r>
              <a:rPr dirty="0" sz="2400" spc="100">
                <a:latin typeface="Verdana"/>
                <a:cs typeface="Verdana"/>
              </a:rPr>
              <a:t>c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p</a:t>
            </a:r>
            <a:r>
              <a:rPr dirty="0" sz="2400" spc="5">
                <a:latin typeface="Verdana"/>
                <a:cs typeface="Verdana"/>
              </a:rPr>
              <a:t>o</a:t>
            </a:r>
            <a:r>
              <a:rPr dirty="0" sz="2400" spc="105">
                <a:latin typeface="Verdana"/>
                <a:cs typeface="Verdana"/>
              </a:rPr>
              <a:t>w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65">
                <a:latin typeface="Verdana"/>
                <a:cs typeface="Verdana"/>
              </a:rPr>
              <a:t>r</a:t>
            </a:r>
            <a:r>
              <a:rPr dirty="0" sz="2400" spc="-35">
                <a:latin typeface="Verdana"/>
                <a:cs typeface="Verdana"/>
              </a:rPr>
              <a:t>f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15">
                <a:latin typeface="Verdana"/>
                <a:cs typeface="Verdana"/>
              </a:rPr>
              <a:t>l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45">
                <a:latin typeface="Verdana"/>
                <a:cs typeface="Verdana"/>
              </a:rPr>
              <a:t>oo</a:t>
            </a:r>
            <a:r>
              <a:rPr dirty="0" sz="2400" spc="-15">
                <a:latin typeface="Verdana"/>
                <a:cs typeface="Verdana"/>
              </a:rPr>
              <a:t>l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f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55">
                <a:latin typeface="Verdana"/>
                <a:cs typeface="Verdana"/>
              </a:rPr>
              <a:t>r  </a:t>
            </a:r>
            <a:r>
              <a:rPr dirty="0" sz="2400" spc="130">
                <a:latin typeface="Verdana"/>
                <a:cs typeface="Verdana"/>
              </a:rPr>
              <a:t>b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ss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105">
                <a:latin typeface="Verdana"/>
                <a:cs typeface="Verdana"/>
              </a:rPr>
              <a:t>h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85">
                <a:latin typeface="Verdana"/>
                <a:cs typeface="Verdana"/>
              </a:rPr>
              <a:t>r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-160">
                <a:latin typeface="Verdana"/>
                <a:cs typeface="Verdana"/>
              </a:rPr>
              <a:t>v</a:t>
            </a:r>
            <a:r>
              <a:rPr dirty="0" sz="2400" spc="10">
                <a:latin typeface="Verdana"/>
                <a:cs typeface="Verdana"/>
              </a:rPr>
              <a:t>e  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5">
                <a:latin typeface="Verdana"/>
                <a:cs typeface="Verdana"/>
              </a:rPr>
              <a:t>o</a:t>
            </a:r>
            <a:r>
              <a:rPr dirty="0" sz="2400" spc="180">
                <a:latin typeface="Verdana"/>
                <a:cs typeface="Verdana"/>
              </a:rPr>
              <a:t>w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105">
                <a:latin typeface="Verdana"/>
                <a:cs typeface="Verdana"/>
              </a:rPr>
              <a:t>h</a:t>
            </a:r>
            <a:r>
              <a:rPr dirty="0" sz="2400" spc="-365">
                <a:latin typeface="Verdana"/>
                <a:cs typeface="Verdana"/>
              </a:rPr>
              <a:t>.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60">
                <a:latin typeface="Verdana"/>
                <a:cs typeface="Verdana"/>
              </a:rPr>
              <a:t>B</a:t>
            </a:r>
            <a:r>
              <a:rPr dirty="0" sz="2400" spc="-120">
                <a:latin typeface="Verdana"/>
                <a:cs typeface="Verdana"/>
              </a:rPr>
              <a:t>y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">
                <a:latin typeface="Verdana"/>
                <a:cs typeface="Verdana"/>
              </a:rPr>
              <a:t>l</a:t>
            </a:r>
            <a:r>
              <a:rPr dirty="0" sz="2400" spc="-10">
                <a:latin typeface="Verdana"/>
                <a:cs typeface="Verdana"/>
              </a:rPr>
              <a:t>e</a:t>
            </a:r>
            <a:r>
              <a:rPr dirty="0" sz="2400" spc="-160">
                <a:latin typeface="Verdana"/>
                <a:cs typeface="Verdana"/>
              </a:rPr>
              <a:t>v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90">
                <a:latin typeface="Verdana"/>
                <a:cs typeface="Verdana"/>
              </a:rPr>
              <a:t>r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80" b="1">
                <a:latin typeface="Tahoma"/>
                <a:cs typeface="Tahoma"/>
              </a:rPr>
              <a:t>A</a:t>
            </a:r>
            <a:r>
              <a:rPr dirty="0" sz="2400" spc="150" b="1">
                <a:latin typeface="Tahoma"/>
                <a:cs typeface="Tahoma"/>
              </a:rPr>
              <a:t>d</a:t>
            </a:r>
            <a:r>
              <a:rPr dirty="0" sz="2400" b="1">
                <a:latin typeface="Tahoma"/>
                <a:cs typeface="Tahoma"/>
              </a:rPr>
              <a:t>v</a:t>
            </a:r>
            <a:r>
              <a:rPr dirty="0" sz="2400" spc="40" b="1">
                <a:latin typeface="Tahoma"/>
                <a:cs typeface="Tahoma"/>
              </a:rPr>
              <a:t>a</a:t>
            </a:r>
            <a:r>
              <a:rPr dirty="0" sz="2400" spc="130" b="1">
                <a:latin typeface="Tahoma"/>
                <a:cs typeface="Tahoma"/>
              </a:rPr>
              <a:t>n</a:t>
            </a:r>
            <a:r>
              <a:rPr dirty="0" sz="2400" spc="130" b="1">
                <a:latin typeface="Tahoma"/>
                <a:cs typeface="Tahoma"/>
              </a:rPr>
              <a:t>c</a:t>
            </a:r>
            <a:r>
              <a:rPr dirty="0" sz="2400" spc="85" b="1">
                <a:latin typeface="Tahoma"/>
                <a:cs typeface="Tahoma"/>
              </a:rPr>
              <a:t>e</a:t>
            </a:r>
            <a:r>
              <a:rPr dirty="0" sz="2400" spc="95" b="1">
                <a:latin typeface="Tahoma"/>
                <a:cs typeface="Tahoma"/>
              </a:rPr>
              <a:t>d  </a:t>
            </a:r>
            <a:r>
              <a:rPr dirty="0" sz="2400" spc="195" b="1">
                <a:latin typeface="Tahoma"/>
                <a:cs typeface="Tahoma"/>
              </a:rPr>
              <a:t>A</a:t>
            </a:r>
            <a:r>
              <a:rPr dirty="0" sz="2400" spc="120" b="1">
                <a:latin typeface="Tahoma"/>
                <a:cs typeface="Tahoma"/>
              </a:rPr>
              <a:t>n</a:t>
            </a:r>
            <a:r>
              <a:rPr dirty="0" sz="2400" spc="40" b="1">
                <a:latin typeface="Tahoma"/>
                <a:cs typeface="Tahoma"/>
              </a:rPr>
              <a:t>a</a:t>
            </a:r>
            <a:r>
              <a:rPr dirty="0" sz="2400" spc="-5" b="1">
                <a:latin typeface="Tahoma"/>
                <a:cs typeface="Tahoma"/>
              </a:rPr>
              <a:t>l</a:t>
            </a:r>
            <a:r>
              <a:rPr dirty="0" sz="2400" spc="85" b="1">
                <a:latin typeface="Tahoma"/>
                <a:cs typeface="Tahoma"/>
              </a:rPr>
              <a:t>y</a:t>
            </a:r>
            <a:r>
              <a:rPr dirty="0" sz="2400" spc="45" b="1">
                <a:latin typeface="Tahoma"/>
                <a:cs typeface="Tahoma"/>
              </a:rPr>
              <a:t>t</a:t>
            </a:r>
            <a:r>
              <a:rPr dirty="0" sz="2400" spc="-5" b="1">
                <a:latin typeface="Tahoma"/>
                <a:cs typeface="Tahoma"/>
              </a:rPr>
              <a:t>i</a:t>
            </a:r>
            <a:r>
              <a:rPr dirty="0" sz="2400" spc="150" b="1">
                <a:latin typeface="Tahoma"/>
                <a:cs typeface="Tahoma"/>
              </a:rPr>
              <a:t>c</a:t>
            </a:r>
            <a:r>
              <a:rPr dirty="0" sz="2400" spc="35" b="1">
                <a:latin typeface="Tahoma"/>
                <a:cs typeface="Tahoma"/>
              </a:rPr>
              <a:t>s</a:t>
            </a:r>
            <a:r>
              <a:rPr dirty="0" sz="2400" spc="-75" b="1">
                <a:latin typeface="Tahoma"/>
                <a:cs typeface="Tahom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f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15">
                <a:latin typeface="Verdana"/>
                <a:cs typeface="Verdana"/>
              </a:rPr>
              <a:t>ll</a:t>
            </a:r>
            <a:r>
              <a:rPr dirty="0" sz="2400" spc="5">
                <a:latin typeface="Verdana"/>
                <a:cs typeface="Verdana"/>
              </a:rPr>
              <a:t>o</a:t>
            </a:r>
            <a:r>
              <a:rPr dirty="0" sz="2400" spc="145">
                <a:latin typeface="Verdana"/>
                <a:cs typeface="Verdana"/>
              </a:rPr>
              <a:t>w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150">
                <a:latin typeface="Verdana"/>
                <a:cs typeface="Verdana"/>
              </a:rPr>
              <a:t>g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105">
                <a:latin typeface="Verdana"/>
                <a:cs typeface="Verdana"/>
              </a:rPr>
              <a:t>h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65">
                <a:latin typeface="Verdana"/>
                <a:cs typeface="Verdana"/>
              </a:rPr>
              <a:t>S</a:t>
            </a:r>
            <a:r>
              <a:rPr dirty="0" sz="2400" spc="100">
                <a:latin typeface="Verdana"/>
                <a:cs typeface="Verdana"/>
              </a:rPr>
              <a:t>c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10">
                <a:latin typeface="Verdana"/>
                <a:cs typeface="Verdana"/>
              </a:rPr>
              <a:t>e  </a:t>
            </a:r>
            <a:r>
              <a:rPr dirty="0" sz="2400" spc="130">
                <a:latin typeface="Verdana"/>
                <a:cs typeface="Verdana"/>
              </a:rPr>
              <a:t>p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ss</a:t>
            </a:r>
            <a:r>
              <a:rPr dirty="0" sz="2400" spc="-365">
                <a:latin typeface="Verdana"/>
                <a:cs typeface="Verdana"/>
              </a:rPr>
              <a:t>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75">
                <a:latin typeface="Verdana"/>
                <a:cs typeface="Verdana"/>
              </a:rPr>
              <a:t>c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120">
                <a:latin typeface="Verdana"/>
                <a:cs typeface="Verdana"/>
              </a:rPr>
              <a:t>p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00">
                <a:latin typeface="Verdana"/>
                <a:cs typeface="Verdana"/>
              </a:rPr>
              <a:t>c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210">
                <a:latin typeface="Verdana"/>
                <a:cs typeface="Verdana"/>
              </a:rPr>
              <a:t>m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35">
                <a:latin typeface="Verdana"/>
                <a:cs typeface="Verdana"/>
              </a:rPr>
              <a:t>k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155">
                <a:latin typeface="Verdana"/>
                <a:cs typeface="Verdana"/>
              </a:rPr>
              <a:t>-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-85">
                <a:latin typeface="Verdana"/>
                <a:cs typeface="Verdana"/>
              </a:rPr>
              <a:t>r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-160">
                <a:latin typeface="Verdana"/>
                <a:cs typeface="Verdana"/>
              </a:rPr>
              <a:t>v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70">
                <a:latin typeface="Verdana"/>
                <a:cs typeface="Verdana"/>
              </a:rPr>
              <a:t>n  </a:t>
            </a:r>
            <a:r>
              <a:rPr dirty="0" sz="2400" spc="130">
                <a:latin typeface="Verdana"/>
                <a:cs typeface="Verdana"/>
              </a:rPr>
              <a:t>d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00">
                <a:latin typeface="Verdana"/>
                <a:cs typeface="Verdana"/>
              </a:rPr>
              <a:t>c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105">
                <a:latin typeface="Verdana"/>
                <a:cs typeface="Verdana"/>
              </a:rPr>
              <a:t>h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00">
                <a:latin typeface="Verdana"/>
                <a:cs typeface="Verdana"/>
              </a:rPr>
              <a:t>r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-80">
                <a:latin typeface="Verdana"/>
                <a:cs typeface="Verdana"/>
              </a:rPr>
              <a:t>s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15">
                <a:latin typeface="Verdana"/>
                <a:cs typeface="Verdana"/>
              </a:rPr>
              <a:t>l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135" b="1">
                <a:latin typeface="Tahoma"/>
                <a:cs typeface="Tahoma"/>
              </a:rPr>
              <a:t>b</a:t>
            </a:r>
            <a:r>
              <a:rPr dirty="0" sz="2400" spc="110" b="1">
                <a:latin typeface="Tahoma"/>
                <a:cs typeface="Tahoma"/>
              </a:rPr>
              <a:t>u</a:t>
            </a:r>
            <a:r>
              <a:rPr dirty="0" sz="2400" spc="35" b="1">
                <a:latin typeface="Tahoma"/>
                <a:cs typeface="Tahoma"/>
              </a:rPr>
              <a:t>s</a:t>
            </a:r>
            <a:r>
              <a:rPr dirty="0" sz="2400" spc="-5" b="1">
                <a:latin typeface="Tahoma"/>
                <a:cs typeface="Tahoma"/>
              </a:rPr>
              <a:t>i</a:t>
            </a:r>
            <a:r>
              <a:rPr dirty="0" sz="2400" spc="130" b="1">
                <a:latin typeface="Tahoma"/>
                <a:cs typeface="Tahoma"/>
              </a:rPr>
              <a:t>n</a:t>
            </a:r>
            <a:r>
              <a:rPr dirty="0" sz="2400" spc="85" b="1">
                <a:latin typeface="Tahoma"/>
                <a:cs typeface="Tahoma"/>
              </a:rPr>
              <a:t>e</a:t>
            </a:r>
            <a:r>
              <a:rPr dirty="0" sz="2400" spc="35" b="1">
                <a:latin typeface="Tahoma"/>
                <a:cs typeface="Tahoma"/>
              </a:rPr>
              <a:t>ss</a:t>
            </a:r>
            <a:r>
              <a:rPr dirty="0" sz="2400" spc="-25" b="1">
                <a:latin typeface="Tahoma"/>
                <a:cs typeface="Tahoma"/>
              </a:rPr>
              <a:t> </a:t>
            </a:r>
            <a:r>
              <a:rPr dirty="0" sz="2400" spc="35" b="1">
                <a:latin typeface="Tahoma"/>
                <a:cs typeface="Tahoma"/>
              </a:rPr>
              <a:t>s</a:t>
            </a:r>
            <a:r>
              <a:rPr dirty="0" sz="2400" spc="110" b="1">
                <a:latin typeface="Tahoma"/>
                <a:cs typeface="Tahoma"/>
              </a:rPr>
              <a:t>u</a:t>
            </a:r>
            <a:r>
              <a:rPr dirty="0" sz="2400" spc="130" b="1">
                <a:latin typeface="Tahoma"/>
                <a:cs typeface="Tahoma"/>
              </a:rPr>
              <a:t>cc</a:t>
            </a:r>
            <a:r>
              <a:rPr dirty="0" sz="2400" spc="85" b="1">
                <a:latin typeface="Tahoma"/>
                <a:cs typeface="Tahoma"/>
              </a:rPr>
              <a:t>e</a:t>
            </a:r>
            <a:r>
              <a:rPr dirty="0" sz="2400" spc="35" b="1">
                <a:latin typeface="Tahoma"/>
                <a:cs typeface="Tahoma"/>
              </a:rPr>
              <a:t>ss</a:t>
            </a:r>
            <a:r>
              <a:rPr dirty="0" sz="2400" spc="-360">
                <a:latin typeface="Verdana"/>
                <a:cs typeface="Verdana"/>
              </a:rPr>
              <a:t>.  </a:t>
            </a:r>
            <a:r>
              <a:rPr dirty="0" sz="2400" spc="-105">
                <a:latin typeface="Verdana"/>
                <a:cs typeface="Verdana"/>
              </a:rPr>
              <a:t>T</a:t>
            </a:r>
            <a:r>
              <a:rPr dirty="0" sz="2400" spc="105">
                <a:latin typeface="Verdana"/>
                <a:cs typeface="Verdana"/>
              </a:rPr>
              <a:t>h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20">
                <a:latin typeface="Verdana"/>
                <a:cs typeface="Verdana"/>
              </a:rPr>
              <a:t>k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60">
                <a:latin typeface="Verdana"/>
                <a:cs typeface="Verdana"/>
              </a:rPr>
              <a:t>y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f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-65">
                <a:latin typeface="Verdana"/>
                <a:cs typeface="Verdana"/>
              </a:rPr>
              <a:t>r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60">
                <a:latin typeface="Verdana"/>
                <a:cs typeface="Verdana"/>
              </a:rPr>
              <a:t>y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95">
                <a:latin typeface="Verdana"/>
                <a:cs typeface="Verdana"/>
              </a:rPr>
              <a:t>u</a:t>
            </a:r>
            <a:r>
              <a:rPr dirty="0" sz="2400" spc="-65">
                <a:latin typeface="Verdana"/>
                <a:cs typeface="Verdana"/>
              </a:rPr>
              <a:t>r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</a:t>
            </a:r>
            <a:r>
              <a:rPr dirty="0" sz="2400" spc="-10">
                <a:latin typeface="Verdana"/>
                <a:cs typeface="Verdana"/>
              </a:rPr>
              <a:t>t</a:t>
            </a:r>
            <a:r>
              <a:rPr dirty="0" sz="2400" spc="-25">
                <a:latin typeface="Verdana"/>
                <a:cs typeface="Verdana"/>
              </a:rPr>
              <a:t>t</a:t>
            </a:r>
            <a:r>
              <a:rPr dirty="0" sz="2400" spc="15">
                <a:latin typeface="Verdana"/>
                <a:cs typeface="Verdana"/>
              </a:rPr>
              <a:t>e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25">
                <a:latin typeface="Verdana"/>
                <a:cs typeface="Verdana"/>
              </a:rPr>
              <a:t>t</a:t>
            </a:r>
            <a:r>
              <a:rPr dirty="0" sz="2400" spc="-15">
                <a:latin typeface="Verdana"/>
                <a:cs typeface="Verdana"/>
              </a:rPr>
              <a:t>i</a:t>
            </a:r>
            <a:r>
              <a:rPr dirty="0" sz="2400" spc="45">
                <a:latin typeface="Verdana"/>
                <a:cs typeface="Verdana"/>
              </a:rPr>
              <a:t>o</a:t>
            </a:r>
            <a:r>
              <a:rPr dirty="0" sz="2400" spc="105">
                <a:latin typeface="Verdana"/>
                <a:cs typeface="Verdana"/>
              </a:rPr>
              <a:t>n</a:t>
            </a:r>
            <a:r>
              <a:rPr dirty="0" sz="2400" spc="-325">
                <a:latin typeface="Verdana"/>
                <a:cs typeface="Verdana"/>
              </a:rPr>
              <a:t>!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6120"/>
            <a:ext cx="8477250" cy="1390650"/>
          </a:xfrm>
          <a:custGeom>
            <a:avLst/>
            <a:gdLst/>
            <a:ahLst/>
            <a:cxnLst/>
            <a:rect l="l" t="t" r="r" b="b"/>
            <a:pathLst>
              <a:path w="8477250" h="1390650">
                <a:moveTo>
                  <a:pt x="8477249" y="1390649"/>
                </a:moveTo>
                <a:lnTo>
                  <a:pt x="0" y="1390649"/>
                </a:lnTo>
                <a:lnTo>
                  <a:pt x="0" y="0"/>
                </a:lnTo>
                <a:lnTo>
                  <a:pt x="8477249" y="0"/>
                </a:lnTo>
                <a:lnTo>
                  <a:pt x="8477249" y="1390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972" y="1065806"/>
            <a:ext cx="1666239" cy="1031240"/>
          </a:xfrm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20"/>
              </a:spcBef>
            </a:pPr>
            <a:r>
              <a:rPr dirty="0" spc="-65"/>
              <a:t>C</a:t>
            </a:r>
            <a:r>
              <a:rPr dirty="0" spc="-150"/>
              <a:t>o</a:t>
            </a:r>
            <a:r>
              <a:rPr dirty="0" spc="-85"/>
              <a:t>n</a:t>
            </a:r>
            <a:r>
              <a:rPr dirty="0" spc="-50"/>
              <a:t>c</a:t>
            </a:r>
            <a:r>
              <a:rPr dirty="0" spc="-195"/>
              <a:t>l</a:t>
            </a:r>
            <a:r>
              <a:rPr dirty="0" spc="-75"/>
              <a:t>u  </a:t>
            </a:r>
            <a:r>
              <a:rPr dirty="0" spc="-180"/>
              <a:t>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62077" y="1435216"/>
            <a:ext cx="3800475" cy="6540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90" b="1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4100" spc="-80" b="1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4100" spc="-16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4100" spc="-355" b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4100" spc="-16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4100" spc="-2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100" spc="-295" b="1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4100" spc="-16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4100" spc="-26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100" spc="-23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4100" spc="-355" b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4100" spc="-160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endParaRPr sz="4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3276" y="1249393"/>
            <a:ext cx="8524875" cy="254317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676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dirty="0" sz="9350" spc="-415" b="1">
                <a:solidFill>
                  <a:srgbClr val="FFFFFF"/>
                </a:solidFill>
                <a:latin typeface="Verdana"/>
                <a:cs typeface="Verdana"/>
              </a:rPr>
              <a:t>Thank</a:t>
            </a:r>
            <a:r>
              <a:rPr dirty="0" sz="9350" spc="-61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350" spc="-815" b="1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9350" spc="-605" b="1">
                <a:solidFill>
                  <a:srgbClr val="FFFFFF"/>
                </a:solidFill>
                <a:latin typeface="Verdana"/>
                <a:cs typeface="Verdana"/>
              </a:rPr>
              <a:t>ou!</a:t>
            </a:r>
            <a:endParaRPr sz="93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3350" spc="165" i="1">
                <a:solidFill>
                  <a:srgbClr val="FFFFFF"/>
                </a:solidFill>
                <a:latin typeface="Verdana"/>
                <a:cs typeface="Verdana"/>
              </a:rPr>
              <a:t>Do</a:t>
            </a:r>
            <a:r>
              <a:rPr dirty="0" sz="3350" spc="-28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50" spc="40" i="1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r>
              <a:rPr dirty="0" sz="3350" spc="-28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50" spc="95" i="1">
                <a:solidFill>
                  <a:srgbClr val="FFFFFF"/>
                </a:solidFill>
                <a:latin typeface="Verdana"/>
                <a:cs typeface="Verdana"/>
              </a:rPr>
              <a:t>have</a:t>
            </a:r>
            <a:r>
              <a:rPr dirty="0" sz="3350" spc="-27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50" spc="110" i="1">
                <a:solidFill>
                  <a:srgbClr val="FFFFFF"/>
                </a:solidFill>
                <a:latin typeface="Verdana"/>
                <a:cs typeface="Verdana"/>
              </a:rPr>
              <a:t>any</a:t>
            </a:r>
            <a:r>
              <a:rPr dirty="0" sz="3350" spc="-28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350" spc="75" i="1">
                <a:solidFill>
                  <a:srgbClr val="FFFFFF"/>
                </a:solidFill>
                <a:latin typeface="Verdana"/>
                <a:cs typeface="Verdana"/>
              </a:rPr>
              <a:t>questions?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49067" y="674589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225" y="390524"/>
                </a:moveTo>
                <a:lnTo>
                  <a:pt x="157131" y="386772"/>
                </a:lnTo>
                <a:lnTo>
                  <a:pt x="120500" y="375660"/>
                </a:lnTo>
                <a:lnTo>
                  <a:pt x="86742" y="357616"/>
                </a:lnTo>
                <a:lnTo>
                  <a:pt x="57153" y="333333"/>
                </a:lnTo>
                <a:lnTo>
                  <a:pt x="32869" y="303742"/>
                </a:lnTo>
                <a:lnTo>
                  <a:pt x="14825" y="269984"/>
                </a:lnTo>
                <a:lnTo>
                  <a:pt x="3714" y="233354"/>
                </a:lnTo>
                <a:lnTo>
                  <a:pt x="0" y="193768"/>
                </a:lnTo>
                <a:lnTo>
                  <a:pt x="197" y="185668"/>
                </a:lnTo>
                <a:lnTo>
                  <a:pt x="5817" y="147797"/>
                </a:lnTo>
                <a:lnTo>
                  <a:pt x="18721" y="111748"/>
                </a:lnTo>
                <a:lnTo>
                  <a:pt x="38413" y="78909"/>
                </a:lnTo>
                <a:lnTo>
                  <a:pt x="64135" y="50545"/>
                </a:lnTo>
                <a:lnTo>
                  <a:pt x="94899" y="27743"/>
                </a:lnTo>
                <a:lnTo>
                  <a:pt x="129522" y="11385"/>
                </a:lnTo>
                <a:lnTo>
                  <a:pt x="166681" y="2098"/>
                </a:lnTo>
                <a:lnTo>
                  <a:pt x="195225" y="0"/>
                </a:lnTo>
                <a:lnTo>
                  <a:pt x="204877" y="234"/>
                </a:lnTo>
                <a:lnTo>
                  <a:pt x="242755" y="5852"/>
                </a:lnTo>
                <a:lnTo>
                  <a:pt x="278791" y="18750"/>
                </a:lnTo>
                <a:lnTo>
                  <a:pt x="311614" y="38431"/>
                </a:lnTo>
                <a:lnTo>
                  <a:pt x="339965" y="64138"/>
                </a:lnTo>
                <a:lnTo>
                  <a:pt x="362754" y="94885"/>
                </a:lnTo>
                <a:lnTo>
                  <a:pt x="371199" y="110627"/>
                </a:lnTo>
                <a:lnTo>
                  <a:pt x="232307" y="110631"/>
                </a:lnTo>
                <a:lnTo>
                  <a:pt x="223035" y="112169"/>
                </a:lnTo>
                <a:lnTo>
                  <a:pt x="218644" y="113662"/>
                </a:lnTo>
                <a:lnTo>
                  <a:pt x="210357" y="118098"/>
                </a:lnTo>
                <a:lnTo>
                  <a:pt x="209681" y="118616"/>
                </a:lnTo>
                <a:lnTo>
                  <a:pt x="105031" y="118616"/>
                </a:lnTo>
                <a:lnTo>
                  <a:pt x="102315" y="123309"/>
                </a:lnTo>
                <a:lnTo>
                  <a:pt x="100557" y="128337"/>
                </a:lnTo>
                <a:lnTo>
                  <a:pt x="99034" y="138569"/>
                </a:lnTo>
                <a:lnTo>
                  <a:pt x="99159" y="143919"/>
                </a:lnTo>
                <a:lnTo>
                  <a:pt x="111439" y="170156"/>
                </a:lnTo>
                <a:lnTo>
                  <a:pt x="99346" y="170156"/>
                </a:lnTo>
                <a:lnTo>
                  <a:pt x="115609" y="204644"/>
                </a:lnTo>
                <a:lnTo>
                  <a:pt x="133548" y="212600"/>
                </a:lnTo>
                <a:lnTo>
                  <a:pt x="131067" y="213263"/>
                </a:lnTo>
                <a:lnTo>
                  <a:pt x="114600" y="213263"/>
                </a:lnTo>
                <a:lnTo>
                  <a:pt x="115962" y="217506"/>
                </a:lnTo>
                <a:lnTo>
                  <a:pt x="145694" y="242073"/>
                </a:lnTo>
                <a:lnTo>
                  <a:pt x="154486" y="242917"/>
                </a:lnTo>
                <a:lnTo>
                  <a:pt x="147592" y="247816"/>
                </a:lnTo>
                <a:lnTo>
                  <a:pt x="111030" y="260634"/>
                </a:lnTo>
                <a:lnTo>
                  <a:pt x="91294" y="260634"/>
                </a:lnTo>
                <a:lnTo>
                  <a:pt x="98443" y="264869"/>
                </a:lnTo>
                <a:lnTo>
                  <a:pt x="137460" y="278218"/>
                </a:lnTo>
                <a:lnTo>
                  <a:pt x="153962" y="279715"/>
                </a:lnTo>
                <a:lnTo>
                  <a:pt x="371254" y="279715"/>
                </a:lnTo>
                <a:lnTo>
                  <a:pt x="367433" y="287308"/>
                </a:lnTo>
                <a:lnTo>
                  <a:pt x="346166" y="319136"/>
                </a:lnTo>
                <a:lnTo>
                  <a:pt x="319099" y="346203"/>
                </a:lnTo>
                <a:lnTo>
                  <a:pt x="287271" y="367470"/>
                </a:lnTo>
                <a:lnTo>
                  <a:pt x="251907" y="382118"/>
                </a:lnTo>
                <a:lnTo>
                  <a:pt x="214364" y="389586"/>
                </a:lnTo>
                <a:lnTo>
                  <a:pt x="204818" y="390290"/>
                </a:lnTo>
                <a:lnTo>
                  <a:pt x="195225" y="390524"/>
                </a:lnTo>
                <a:close/>
              </a:path>
              <a:path w="390525" h="390525">
                <a:moveTo>
                  <a:pt x="265807" y="124301"/>
                </a:moveTo>
                <a:lnTo>
                  <a:pt x="236944" y="110627"/>
                </a:lnTo>
                <a:lnTo>
                  <a:pt x="371201" y="110631"/>
                </a:lnTo>
                <a:lnTo>
                  <a:pt x="371770" y="111764"/>
                </a:lnTo>
                <a:lnTo>
                  <a:pt x="372707" y="113880"/>
                </a:lnTo>
                <a:lnTo>
                  <a:pt x="292903" y="113880"/>
                </a:lnTo>
                <a:lnTo>
                  <a:pt x="286469" y="117369"/>
                </a:lnTo>
                <a:lnTo>
                  <a:pt x="279808" y="120269"/>
                </a:lnTo>
                <a:lnTo>
                  <a:pt x="272921" y="122580"/>
                </a:lnTo>
                <a:lnTo>
                  <a:pt x="265807" y="124301"/>
                </a:lnTo>
                <a:close/>
              </a:path>
              <a:path w="390525" h="390525">
                <a:moveTo>
                  <a:pt x="273955" y="137565"/>
                </a:moveTo>
                <a:lnTo>
                  <a:pt x="280370" y="132986"/>
                </a:lnTo>
                <a:lnTo>
                  <a:pt x="285666" y="127512"/>
                </a:lnTo>
                <a:lnTo>
                  <a:pt x="289844" y="121143"/>
                </a:lnTo>
                <a:lnTo>
                  <a:pt x="292903" y="113880"/>
                </a:lnTo>
                <a:lnTo>
                  <a:pt x="372707" y="113880"/>
                </a:lnTo>
                <a:lnTo>
                  <a:pt x="375654" y="120537"/>
                </a:lnTo>
                <a:lnTo>
                  <a:pt x="379105" y="129489"/>
                </a:lnTo>
                <a:lnTo>
                  <a:pt x="379550" y="130838"/>
                </a:lnTo>
                <a:lnTo>
                  <a:pt x="298398" y="130838"/>
                </a:lnTo>
                <a:lnTo>
                  <a:pt x="290580" y="134277"/>
                </a:lnTo>
                <a:lnTo>
                  <a:pt x="282368" y="136527"/>
                </a:lnTo>
                <a:lnTo>
                  <a:pt x="273955" y="137565"/>
                </a:lnTo>
                <a:close/>
              </a:path>
              <a:path w="390525" h="390525">
                <a:moveTo>
                  <a:pt x="193045" y="163240"/>
                </a:moveTo>
                <a:lnTo>
                  <a:pt x="144302" y="150269"/>
                </a:lnTo>
                <a:lnTo>
                  <a:pt x="105031" y="118616"/>
                </a:lnTo>
                <a:lnTo>
                  <a:pt x="209681" y="118616"/>
                </a:lnTo>
                <a:lnTo>
                  <a:pt x="206679" y="120922"/>
                </a:lnTo>
                <a:lnTo>
                  <a:pt x="200256" y="127784"/>
                </a:lnTo>
                <a:lnTo>
                  <a:pt x="197680" y="131640"/>
                </a:lnTo>
                <a:lnTo>
                  <a:pt x="193801" y="140202"/>
                </a:lnTo>
                <a:lnTo>
                  <a:pt x="192601" y="144681"/>
                </a:lnTo>
                <a:lnTo>
                  <a:pt x="191799" y="152818"/>
                </a:lnTo>
                <a:lnTo>
                  <a:pt x="191883" y="157166"/>
                </a:lnTo>
                <a:lnTo>
                  <a:pt x="191980" y="158663"/>
                </a:lnTo>
                <a:lnTo>
                  <a:pt x="193045" y="163240"/>
                </a:lnTo>
                <a:close/>
              </a:path>
              <a:path w="390525" h="390525">
                <a:moveTo>
                  <a:pt x="371254" y="279715"/>
                </a:moveTo>
                <a:lnTo>
                  <a:pt x="153962" y="279715"/>
                </a:lnTo>
                <a:lnTo>
                  <a:pt x="162271" y="279620"/>
                </a:lnTo>
                <a:lnTo>
                  <a:pt x="170515" y="278962"/>
                </a:lnTo>
                <a:lnTo>
                  <a:pt x="210093" y="267381"/>
                </a:lnTo>
                <a:lnTo>
                  <a:pt x="243541" y="243197"/>
                </a:lnTo>
                <a:lnTo>
                  <a:pt x="266964" y="209213"/>
                </a:lnTo>
                <a:lnTo>
                  <a:pt x="277650" y="169384"/>
                </a:lnTo>
                <a:lnTo>
                  <a:pt x="278030" y="152818"/>
                </a:lnTo>
                <a:lnTo>
                  <a:pt x="283842" y="147990"/>
                </a:lnTo>
                <a:lnTo>
                  <a:pt x="289174" y="142718"/>
                </a:lnTo>
                <a:lnTo>
                  <a:pt x="294026" y="137000"/>
                </a:lnTo>
                <a:lnTo>
                  <a:pt x="298398" y="130838"/>
                </a:lnTo>
                <a:lnTo>
                  <a:pt x="379550" y="130838"/>
                </a:lnTo>
                <a:lnTo>
                  <a:pt x="389558" y="176122"/>
                </a:lnTo>
                <a:lnTo>
                  <a:pt x="390488" y="195262"/>
                </a:lnTo>
                <a:lnTo>
                  <a:pt x="390253" y="204855"/>
                </a:lnTo>
                <a:lnTo>
                  <a:pt x="384579" y="242917"/>
                </a:lnTo>
                <a:lnTo>
                  <a:pt x="371633" y="278962"/>
                </a:lnTo>
                <a:lnTo>
                  <a:pt x="371254" y="279715"/>
                </a:lnTo>
                <a:close/>
              </a:path>
              <a:path w="390525" h="390525">
                <a:moveTo>
                  <a:pt x="118295" y="175461"/>
                </a:moveTo>
                <a:lnTo>
                  <a:pt x="111547" y="175234"/>
                </a:lnTo>
                <a:lnTo>
                  <a:pt x="105231" y="173466"/>
                </a:lnTo>
                <a:lnTo>
                  <a:pt x="99346" y="170156"/>
                </a:lnTo>
                <a:lnTo>
                  <a:pt x="111439" y="170156"/>
                </a:lnTo>
                <a:lnTo>
                  <a:pt x="113783" y="172456"/>
                </a:lnTo>
                <a:lnTo>
                  <a:pt x="118295" y="175461"/>
                </a:lnTo>
                <a:close/>
              </a:path>
              <a:path w="390525" h="390525">
                <a:moveTo>
                  <a:pt x="120966" y="214497"/>
                </a:moveTo>
                <a:lnTo>
                  <a:pt x="114600" y="213263"/>
                </a:lnTo>
                <a:lnTo>
                  <a:pt x="131067" y="213263"/>
                </a:lnTo>
                <a:lnTo>
                  <a:pt x="127283" y="214275"/>
                </a:lnTo>
                <a:lnTo>
                  <a:pt x="120966" y="214497"/>
                </a:lnTo>
                <a:close/>
              </a:path>
              <a:path w="390525" h="390525">
                <a:moveTo>
                  <a:pt x="99729" y="261235"/>
                </a:moveTo>
                <a:lnTo>
                  <a:pt x="91294" y="260634"/>
                </a:lnTo>
                <a:lnTo>
                  <a:pt x="111030" y="260634"/>
                </a:lnTo>
                <a:lnTo>
                  <a:pt x="108101" y="261007"/>
                </a:lnTo>
                <a:lnTo>
                  <a:pt x="99729" y="261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108030" y="6745890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195262" y="390524"/>
                </a:moveTo>
                <a:lnTo>
                  <a:pt x="157168" y="386772"/>
                </a:lnTo>
                <a:lnTo>
                  <a:pt x="120537" y="375660"/>
                </a:lnTo>
                <a:lnTo>
                  <a:pt x="86779" y="357616"/>
                </a:lnTo>
                <a:lnTo>
                  <a:pt x="57190" y="333333"/>
                </a:lnTo>
                <a:lnTo>
                  <a:pt x="32906" y="303742"/>
                </a:lnTo>
                <a:lnTo>
                  <a:pt x="14862" y="269984"/>
                </a:lnTo>
                <a:lnTo>
                  <a:pt x="3751" y="233354"/>
                </a:lnTo>
                <a:lnTo>
                  <a:pt x="0" y="195262"/>
                </a:lnTo>
                <a:lnTo>
                  <a:pt x="234" y="185669"/>
                </a:lnTo>
                <a:lnTo>
                  <a:pt x="5852" y="147804"/>
                </a:lnTo>
                <a:lnTo>
                  <a:pt x="18750" y="111764"/>
                </a:lnTo>
                <a:lnTo>
                  <a:pt x="38431" y="78933"/>
                </a:lnTo>
                <a:lnTo>
                  <a:pt x="64139" y="50572"/>
                </a:lnTo>
                <a:lnTo>
                  <a:pt x="94885" y="27772"/>
                </a:lnTo>
                <a:lnTo>
                  <a:pt x="129489" y="11408"/>
                </a:lnTo>
                <a:lnTo>
                  <a:pt x="166621" y="2109"/>
                </a:lnTo>
                <a:lnTo>
                  <a:pt x="195262" y="0"/>
                </a:lnTo>
                <a:lnTo>
                  <a:pt x="204854" y="234"/>
                </a:lnTo>
                <a:lnTo>
                  <a:pt x="242718" y="5852"/>
                </a:lnTo>
                <a:lnTo>
                  <a:pt x="278758" y="18750"/>
                </a:lnTo>
                <a:lnTo>
                  <a:pt x="311589" y="38431"/>
                </a:lnTo>
                <a:lnTo>
                  <a:pt x="339950" y="64139"/>
                </a:lnTo>
                <a:lnTo>
                  <a:pt x="350750" y="77215"/>
                </a:lnTo>
                <a:lnTo>
                  <a:pt x="217053" y="77215"/>
                </a:lnTo>
                <a:lnTo>
                  <a:pt x="194081" y="80122"/>
                </a:lnTo>
                <a:lnTo>
                  <a:pt x="178091" y="88749"/>
                </a:lnTo>
                <a:lnTo>
                  <a:pt x="168744" y="102955"/>
                </a:lnTo>
                <a:lnTo>
                  <a:pt x="165747" y="122311"/>
                </a:lnTo>
                <a:lnTo>
                  <a:pt x="165703" y="154429"/>
                </a:lnTo>
                <a:lnTo>
                  <a:pt x="140976" y="154429"/>
                </a:lnTo>
                <a:lnTo>
                  <a:pt x="140976" y="194694"/>
                </a:lnTo>
                <a:lnTo>
                  <a:pt x="165703" y="194694"/>
                </a:lnTo>
                <a:lnTo>
                  <a:pt x="165703" y="313216"/>
                </a:lnTo>
                <a:lnTo>
                  <a:pt x="350822" y="313216"/>
                </a:lnTo>
                <a:lnTo>
                  <a:pt x="346203" y="319136"/>
                </a:lnTo>
                <a:lnTo>
                  <a:pt x="319136" y="346203"/>
                </a:lnTo>
                <a:lnTo>
                  <a:pt x="287308" y="367470"/>
                </a:lnTo>
                <a:lnTo>
                  <a:pt x="251943" y="382118"/>
                </a:lnTo>
                <a:lnTo>
                  <a:pt x="214401" y="389586"/>
                </a:lnTo>
                <a:lnTo>
                  <a:pt x="204854" y="390290"/>
                </a:lnTo>
                <a:lnTo>
                  <a:pt x="195262" y="390524"/>
                </a:lnTo>
                <a:close/>
              </a:path>
              <a:path w="390525" h="390525">
                <a:moveTo>
                  <a:pt x="350822" y="313216"/>
                </a:moveTo>
                <a:lnTo>
                  <a:pt x="213074" y="313216"/>
                </a:lnTo>
                <a:lnTo>
                  <a:pt x="213074" y="194221"/>
                </a:lnTo>
                <a:lnTo>
                  <a:pt x="246234" y="194221"/>
                </a:lnTo>
                <a:lnTo>
                  <a:pt x="249739" y="154429"/>
                </a:lnTo>
                <a:lnTo>
                  <a:pt x="213074" y="154429"/>
                </a:lnTo>
                <a:lnTo>
                  <a:pt x="213074" y="122311"/>
                </a:lnTo>
                <a:lnTo>
                  <a:pt x="214590" y="118616"/>
                </a:lnTo>
                <a:lnTo>
                  <a:pt x="249738" y="118616"/>
                </a:lnTo>
                <a:lnTo>
                  <a:pt x="249928" y="77215"/>
                </a:lnTo>
                <a:lnTo>
                  <a:pt x="350750" y="77215"/>
                </a:lnTo>
                <a:lnTo>
                  <a:pt x="352091" y="78933"/>
                </a:lnTo>
                <a:lnTo>
                  <a:pt x="371772" y="111765"/>
                </a:lnTo>
                <a:lnTo>
                  <a:pt x="384670" y="147805"/>
                </a:lnTo>
                <a:lnTo>
                  <a:pt x="390290" y="185669"/>
                </a:lnTo>
                <a:lnTo>
                  <a:pt x="390524" y="195262"/>
                </a:lnTo>
                <a:lnTo>
                  <a:pt x="390290" y="204855"/>
                </a:lnTo>
                <a:lnTo>
                  <a:pt x="384670" y="242718"/>
                </a:lnTo>
                <a:lnTo>
                  <a:pt x="371772" y="278757"/>
                </a:lnTo>
                <a:lnTo>
                  <a:pt x="352091" y="311589"/>
                </a:lnTo>
                <a:lnTo>
                  <a:pt x="350822" y="3132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78393" y="6745890"/>
            <a:ext cx="390525" cy="389890"/>
          </a:xfrm>
          <a:custGeom>
            <a:avLst/>
            <a:gdLst/>
            <a:ahLst/>
            <a:cxnLst/>
            <a:rect l="l" t="t" r="r" b="b"/>
            <a:pathLst>
              <a:path w="390525" h="389890">
                <a:moveTo>
                  <a:pt x="204755" y="389890"/>
                </a:moveTo>
                <a:lnTo>
                  <a:pt x="185569" y="389890"/>
                </a:lnTo>
                <a:lnTo>
                  <a:pt x="157067" y="386080"/>
                </a:lnTo>
                <a:lnTo>
                  <a:pt x="111664" y="370840"/>
                </a:lnTo>
                <a:lnTo>
                  <a:pt x="71286" y="345440"/>
                </a:lnTo>
                <a:lnTo>
                  <a:pt x="50472" y="325120"/>
                </a:lnTo>
                <a:lnTo>
                  <a:pt x="44219" y="318770"/>
                </a:lnTo>
                <a:lnTo>
                  <a:pt x="38330" y="311150"/>
                </a:lnTo>
                <a:lnTo>
                  <a:pt x="32806" y="303530"/>
                </a:lnTo>
                <a:lnTo>
                  <a:pt x="27672" y="294640"/>
                </a:lnTo>
                <a:lnTo>
                  <a:pt x="22953" y="287020"/>
                </a:lnTo>
                <a:lnTo>
                  <a:pt x="8304" y="251460"/>
                </a:lnTo>
                <a:lnTo>
                  <a:pt x="837" y="213360"/>
                </a:lnTo>
                <a:lnTo>
                  <a:pt x="0" y="190500"/>
                </a:lnTo>
                <a:lnTo>
                  <a:pt x="133" y="185420"/>
                </a:lnTo>
                <a:lnTo>
                  <a:pt x="5752" y="147320"/>
                </a:lnTo>
                <a:lnTo>
                  <a:pt x="18650" y="111760"/>
                </a:lnTo>
                <a:lnTo>
                  <a:pt x="22953" y="102870"/>
                </a:lnTo>
                <a:lnTo>
                  <a:pt x="44219" y="71120"/>
                </a:lnTo>
                <a:lnTo>
                  <a:pt x="57090" y="57150"/>
                </a:lnTo>
                <a:lnTo>
                  <a:pt x="64039" y="49530"/>
                </a:lnTo>
                <a:lnTo>
                  <a:pt x="71287" y="43180"/>
                </a:lnTo>
                <a:lnTo>
                  <a:pt x="78833" y="38100"/>
                </a:lnTo>
                <a:lnTo>
                  <a:pt x="86679" y="31750"/>
                </a:lnTo>
                <a:lnTo>
                  <a:pt x="94785" y="26670"/>
                </a:lnTo>
                <a:lnTo>
                  <a:pt x="103114" y="22860"/>
                </a:lnTo>
                <a:lnTo>
                  <a:pt x="111665" y="17780"/>
                </a:lnTo>
                <a:lnTo>
                  <a:pt x="129390" y="10160"/>
                </a:lnTo>
                <a:lnTo>
                  <a:pt x="157067" y="2540"/>
                </a:lnTo>
                <a:lnTo>
                  <a:pt x="176022" y="0"/>
                </a:lnTo>
                <a:lnTo>
                  <a:pt x="214566" y="0"/>
                </a:lnTo>
                <a:lnTo>
                  <a:pt x="233499" y="2540"/>
                </a:lnTo>
                <a:lnTo>
                  <a:pt x="252065" y="7620"/>
                </a:lnTo>
                <a:lnTo>
                  <a:pt x="261142" y="11430"/>
                </a:lnTo>
                <a:lnTo>
                  <a:pt x="270083" y="13970"/>
                </a:lnTo>
                <a:lnTo>
                  <a:pt x="278843" y="17780"/>
                </a:lnTo>
                <a:lnTo>
                  <a:pt x="287381" y="22860"/>
                </a:lnTo>
                <a:lnTo>
                  <a:pt x="295697" y="26670"/>
                </a:lnTo>
                <a:lnTo>
                  <a:pt x="303791" y="31750"/>
                </a:lnTo>
                <a:lnTo>
                  <a:pt x="311625" y="38100"/>
                </a:lnTo>
                <a:lnTo>
                  <a:pt x="319159" y="43180"/>
                </a:lnTo>
                <a:lnTo>
                  <a:pt x="326396" y="49530"/>
                </a:lnTo>
                <a:lnTo>
                  <a:pt x="333333" y="57150"/>
                </a:lnTo>
                <a:lnTo>
                  <a:pt x="339940" y="63500"/>
                </a:lnTo>
                <a:lnTo>
                  <a:pt x="346182" y="71120"/>
                </a:lnTo>
                <a:lnTo>
                  <a:pt x="352060" y="78740"/>
                </a:lnTo>
                <a:lnTo>
                  <a:pt x="357574" y="86360"/>
                </a:lnTo>
                <a:lnTo>
                  <a:pt x="358429" y="87630"/>
                </a:lnTo>
                <a:lnTo>
                  <a:pt x="151392" y="87630"/>
                </a:lnTo>
                <a:lnTo>
                  <a:pt x="125433" y="92710"/>
                </a:lnTo>
                <a:lnTo>
                  <a:pt x="94073" y="124460"/>
                </a:lnTo>
                <a:lnTo>
                  <a:pt x="88623" y="163830"/>
                </a:lnTo>
                <a:lnTo>
                  <a:pt x="88503" y="175260"/>
                </a:lnTo>
                <a:lnTo>
                  <a:pt x="88602" y="223520"/>
                </a:lnTo>
                <a:lnTo>
                  <a:pt x="94073" y="264160"/>
                </a:lnTo>
                <a:lnTo>
                  <a:pt x="106485" y="283210"/>
                </a:lnTo>
                <a:lnTo>
                  <a:pt x="111869" y="289560"/>
                </a:lnTo>
                <a:lnTo>
                  <a:pt x="118185" y="293370"/>
                </a:lnTo>
                <a:lnTo>
                  <a:pt x="125433" y="295910"/>
                </a:lnTo>
                <a:lnTo>
                  <a:pt x="131764" y="298450"/>
                </a:lnTo>
                <a:lnTo>
                  <a:pt x="144743" y="300990"/>
                </a:lnTo>
                <a:lnTo>
                  <a:pt x="166823" y="300990"/>
                </a:lnTo>
                <a:lnTo>
                  <a:pt x="177971" y="302260"/>
                </a:lnTo>
                <a:lnTo>
                  <a:pt x="358249" y="302260"/>
                </a:lnTo>
                <a:lnTo>
                  <a:pt x="357516" y="303530"/>
                </a:lnTo>
                <a:lnTo>
                  <a:pt x="351991" y="311150"/>
                </a:lnTo>
                <a:lnTo>
                  <a:pt x="346102" y="318770"/>
                </a:lnTo>
                <a:lnTo>
                  <a:pt x="339850" y="325120"/>
                </a:lnTo>
                <a:lnTo>
                  <a:pt x="333233" y="332740"/>
                </a:lnTo>
                <a:lnTo>
                  <a:pt x="303643" y="356870"/>
                </a:lnTo>
                <a:lnTo>
                  <a:pt x="260933" y="378460"/>
                </a:lnTo>
                <a:lnTo>
                  <a:pt x="233256" y="386080"/>
                </a:lnTo>
                <a:lnTo>
                  <a:pt x="204755" y="389890"/>
                </a:lnTo>
                <a:close/>
              </a:path>
              <a:path w="390525" h="389890">
                <a:moveTo>
                  <a:pt x="358249" y="302260"/>
                </a:moveTo>
                <a:lnTo>
                  <a:pt x="195541" y="302260"/>
                </a:lnTo>
                <a:lnTo>
                  <a:pt x="213098" y="300990"/>
                </a:lnTo>
                <a:lnTo>
                  <a:pt x="246339" y="300990"/>
                </a:lnTo>
                <a:lnTo>
                  <a:pt x="259319" y="298450"/>
                </a:lnTo>
                <a:lnTo>
                  <a:pt x="265650" y="295910"/>
                </a:lnTo>
                <a:lnTo>
                  <a:pt x="272868" y="293370"/>
                </a:lnTo>
                <a:lnTo>
                  <a:pt x="279184" y="289560"/>
                </a:lnTo>
                <a:lnTo>
                  <a:pt x="284598" y="283210"/>
                </a:lnTo>
                <a:lnTo>
                  <a:pt x="290125" y="278130"/>
                </a:lnTo>
                <a:lnTo>
                  <a:pt x="294231" y="271780"/>
                </a:lnTo>
                <a:lnTo>
                  <a:pt x="302077" y="229870"/>
                </a:lnTo>
                <a:lnTo>
                  <a:pt x="302267" y="223520"/>
                </a:lnTo>
                <a:lnTo>
                  <a:pt x="302394" y="217170"/>
                </a:lnTo>
                <a:lnTo>
                  <a:pt x="302518" y="180340"/>
                </a:lnTo>
                <a:lnTo>
                  <a:pt x="302410" y="172720"/>
                </a:lnTo>
                <a:lnTo>
                  <a:pt x="302072" y="158750"/>
                </a:lnTo>
                <a:lnTo>
                  <a:pt x="301953" y="151130"/>
                </a:lnTo>
                <a:lnTo>
                  <a:pt x="290171" y="110490"/>
                </a:lnTo>
                <a:lnTo>
                  <a:pt x="284598" y="105410"/>
                </a:lnTo>
                <a:lnTo>
                  <a:pt x="279187" y="100330"/>
                </a:lnTo>
                <a:lnTo>
                  <a:pt x="272871" y="96520"/>
                </a:lnTo>
                <a:lnTo>
                  <a:pt x="265650" y="92710"/>
                </a:lnTo>
                <a:lnTo>
                  <a:pt x="239690" y="87630"/>
                </a:lnTo>
                <a:lnTo>
                  <a:pt x="358429" y="87630"/>
                </a:lnTo>
                <a:lnTo>
                  <a:pt x="362700" y="93980"/>
                </a:lnTo>
                <a:lnTo>
                  <a:pt x="367411" y="102870"/>
                </a:lnTo>
                <a:lnTo>
                  <a:pt x="371707" y="111760"/>
                </a:lnTo>
                <a:lnTo>
                  <a:pt x="375588" y="119380"/>
                </a:lnTo>
                <a:lnTo>
                  <a:pt x="386678" y="156210"/>
                </a:lnTo>
                <a:lnTo>
                  <a:pt x="390324" y="190500"/>
                </a:lnTo>
                <a:lnTo>
                  <a:pt x="390248" y="201930"/>
                </a:lnTo>
                <a:lnTo>
                  <a:pt x="384570" y="242570"/>
                </a:lnTo>
                <a:lnTo>
                  <a:pt x="367369" y="287020"/>
                </a:lnTo>
                <a:lnTo>
                  <a:pt x="362650" y="294640"/>
                </a:lnTo>
                <a:lnTo>
                  <a:pt x="358249" y="302260"/>
                </a:lnTo>
                <a:close/>
              </a:path>
              <a:path w="390525" h="389890">
                <a:moveTo>
                  <a:pt x="231166" y="107950"/>
                </a:moveTo>
                <a:lnTo>
                  <a:pt x="152150" y="107950"/>
                </a:lnTo>
                <a:lnTo>
                  <a:pt x="159648" y="106680"/>
                </a:lnTo>
                <a:lnTo>
                  <a:pt x="223550" y="106680"/>
                </a:lnTo>
                <a:lnTo>
                  <a:pt x="231166" y="107950"/>
                </a:lnTo>
                <a:close/>
              </a:path>
              <a:path w="390525" h="389890">
                <a:moveTo>
                  <a:pt x="245482" y="281940"/>
                </a:moveTo>
                <a:lnTo>
                  <a:pt x="145318" y="281940"/>
                </a:lnTo>
                <a:lnTo>
                  <a:pt x="138686" y="280670"/>
                </a:lnTo>
                <a:lnTo>
                  <a:pt x="132254" y="278130"/>
                </a:lnTo>
                <a:lnTo>
                  <a:pt x="127573" y="276860"/>
                </a:lnTo>
                <a:lnTo>
                  <a:pt x="123499" y="273050"/>
                </a:lnTo>
                <a:lnTo>
                  <a:pt x="120032" y="270510"/>
                </a:lnTo>
                <a:lnTo>
                  <a:pt x="116367" y="266700"/>
                </a:lnTo>
                <a:lnTo>
                  <a:pt x="113683" y="262890"/>
                </a:lnTo>
                <a:lnTo>
                  <a:pt x="111980" y="257810"/>
                </a:lnTo>
                <a:lnTo>
                  <a:pt x="109615" y="251460"/>
                </a:lnTo>
                <a:lnTo>
                  <a:pt x="108383" y="245110"/>
                </a:lnTo>
                <a:lnTo>
                  <a:pt x="108230" y="236220"/>
                </a:lnTo>
                <a:lnTo>
                  <a:pt x="107956" y="229870"/>
                </a:lnTo>
                <a:lnTo>
                  <a:pt x="107872" y="226060"/>
                </a:lnTo>
                <a:lnTo>
                  <a:pt x="107791" y="180340"/>
                </a:lnTo>
                <a:lnTo>
                  <a:pt x="107979" y="167640"/>
                </a:lnTo>
                <a:lnTo>
                  <a:pt x="108163" y="160020"/>
                </a:lnTo>
                <a:lnTo>
                  <a:pt x="108285" y="151130"/>
                </a:lnTo>
                <a:lnTo>
                  <a:pt x="125515" y="114300"/>
                </a:lnTo>
                <a:lnTo>
                  <a:pt x="132254" y="111760"/>
                </a:lnTo>
                <a:lnTo>
                  <a:pt x="138678" y="109220"/>
                </a:lnTo>
                <a:lnTo>
                  <a:pt x="145310" y="107950"/>
                </a:lnTo>
                <a:lnTo>
                  <a:pt x="245491" y="107950"/>
                </a:lnTo>
                <a:lnTo>
                  <a:pt x="252123" y="109220"/>
                </a:lnTo>
                <a:lnTo>
                  <a:pt x="258545" y="111760"/>
                </a:lnTo>
                <a:lnTo>
                  <a:pt x="263264" y="113030"/>
                </a:lnTo>
                <a:lnTo>
                  <a:pt x="267369" y="115570"/>
                </a:lnTo>
                <a:lnTo>
                  <a:pt x="270861" y="119380"/>
                </a:lnTo>
                <a:lnTo>
                  <a:pt x="274447" y="123190"/>
                </a:lnTo>
                <a:lnTo>
                  <a:pt x="275341" y="124460"/>
                </a:lnTo>
                <a:lnTo>
                  <a:pt x="248995" y="124460"/>
                </a:lnTo>
                <a:lnTo>
                  <a:pt x="245827" y="125730"/>
                </a:lnTo>
                <a:lnTo>
                  <a:pt x="239402" y="139700"/>
                </a:lnTo>
                <a:lnTo>
                  <a:pt x="188264" y="139700"/>
                </a:lnTo>
                <a:lnTo>
                  <a:pt x="181186" y="140970"/>
                </a:lnTo>
                <a:lnTo>
                  <a:pt x="177750" y="142240"/>
                </a:lnTo>
                <a:lnTo>
                  <a:pt x="171083" y="144780"/>
                </a:lnTo>
                <a:lnTo>
                  <a:pt x="167916" y="147320"/>
                </a:lnTo>
                <a:lnTo>
                  <a:pt x="161917" y="151130"/>
                </a:lnTo>
                <a:lnTo>
                  <a:pt x="159141" y="153670"/>
                </a:lnTo>
                <a:lnTo>
                  <a:pt x="154038" y="158750"/>
                </a:lnTo>
                <a:lnTo>
                  <a:pt x="151760" y="161290"/>
                </a:lnTo>
                <a:lnTo>
                  <a:pt x="147751" y="167640"/>
                </a:lnTo>
                <a:lnTo>
                  <a:pt x="146057" y="170180"/>
                </a:lnTo>
                <a:lnTo>
                  <a:pt x="143297" y="176530"/>
                </a:lnTo>
                <a:lnTo>
                  <a:pt x="142254" y="180340"/>
                </a:lnTo>
                <a:lnTo>
                  <a:pt x="140847" y="187960"/>
                </a:lnTo>
                <a:lnTo>
                  <a:pt x="140495" y="190500"/>
                </a:lnTo>
                <a:lnTo>
                  <a:pt x="140612" y="199390"/>
                </a:lnTo>
                <a:lnTo>
                  <a:pt x="159141" y="236220"/>
                </a:lnTo>
                <a:lnTo>
                  <a:pt x="188264" y="248920"/>
                </a:lnTo>
                <a:lnTo>
                  <a:pt x="191838" y="250190"/>
                </a:lnTo>
                <a:lnTo>
                  <a:pt x="281525" y="250190"/>
                </a:lnTo>
                <a:lnTo>
                  <a:pt x="281279" y="251460"/>
                </a:lnTo>
                <a:lnTo>
                  <a:pt x="252114" y="280670"/>
                </a:lnTo>
                <a:lnTo>
                  <a:pt x="245482" y="281940"/>
                </a:lnTo>
                <a:close/>
              </a:path>
              <a:path w="390525" h="389890">
                <a:moveTo>
                  <a:pt x="282587" y="149860"/>
                </a:moveTo>
                <a:lnTo>
                  <a:pt x="256060" y="149860"/>
                </a:lnTo>
                <a:lnTo>
                  <a:pt x="259024" y="148590"/>
                </a:lnTo>
                <a:lnTo>
                  <a:pt x="263916" y="143510"/>
                </a:lnTo>
                <a:lnTo>
                  <a:pt x="265151" y="140970"/>
                </a:lnTo>
                <a:lnTo>
                  <a:pt x="265188" y="135890"/>
                </a:lnTo>
                <a:lnTo>
                  <a:pt x="264872" y="134620"/>
                </a:lnTo>
                <a:lnTo>
                  <a:pt x="255709" y="124460"/>
                </a:lnTo>
                <a:lnTo>
                  <a:pt x="275341" y="124460"/>
                </a:lnTo>
                <a:lnTo>
                  <a:pt x="277131" y="127000"/>
                </a:lnTo>
                <a:lnTo>
                  <a:pt x="278914" y="130810"/>
                </a:lnTo>
                <a:lnTo>
                  <a:pt x="281268" y="138430"/>
                </a:lnTo>
                <a:lnTo>
                  <a:pt x="282500" y="144780"/>
                </a:lnTo>
                <a:lnTo>
                  <a:pt x="282587" y="149860"/>
                </a:lnTo>
                <a:close/>
              </a:path>
              <a:path w="390525" h="389890">
                <a:moveTo>
                  <a:pt x="281525" y="250190"/>
                </a:moveTo>
                <a:lnTo>
                  <a:pt x="199054" y="250190"/>
                </a:lnTo>
                <a:lnTo>
                  <a:pt x="202628" y="248920"/>
                </a:lnTo>
                <a:lnTo>
                  <a:pt x="209704" y="247650"/>
                </a:lnTo>
                <a:lnTo>
                  <a:pt x="213141" y="246380"/>
                </a:lnTo>
                <a:lnTo>
                  <a:pt x="243139" y="222250"/>
                </a:lnTo>
                <a:lnTo>
                  <a:pt x="250396" y="190500"/>
                </a:lnTo>
                <a:lnTo>
                  <a:pt x="250044" y="187960"/>
                </a:lnTo>
                <a:lnTo>
                  <a:pt x="248636" y="180340"/>
                </a:lnTo>
                <a:lnTo>
                  <a:pt x="247593" y="176530"/>
                </a:lnTo>
                <a:lnTo>
                  <a:pt x="244832" y="170180"/>
                </a:lnTo>
                <a:lnTo>
                  <a:pt x="243140" y="167640"/>
                </a:lnTo>
                <a:lnTo>
                  <a:pt x="239130" y="161290"/>
                </a:lnTo>
                <a:lnTo>
                  <a:pt x="236852" y="158750"/>
                </a:lnTo>
                <a:lnTo>
                  <a:pt x="231749" y="153670"/>
                </a:lnTo>
                <a:lnTo>
                  <a:pt x="228974" y="151130"/>
                </a:lnTo>
                <a:lnTo>
                  <a:pt x="222974" y="147320"/>
                </a:lnTo>
                <a:lnTo>
                  <a:pt x="219807" y="144780"/>
                </a:lnTo>
                <a:lnTo>
                  <a:pt x="213140" y="142240"/>
                </a:lnTo>
                <a:lnTo>
                  <a:pt x="209704" y="140970"/>
                </a:lnTo>
                <a:lnTo>
                  <a:pt x="202627" y="139700"/>
                </a:lnTo>
                <a:lnTo>
                  <a:pt x="239402" y="139700"/>
                </a:lnTo>
                <a:lnTo>
                  <a:pt x="248934" y="149860"/>
                </a:lnTo>
                <a:lnTo>
                  <a:pt x="282587" y="149860"/>
                </a:lnTo>
                <a:lnTo>
                  <a:pt x="282609" y="151130"/>
                </a:lnTo>
                <a:lnTo>
                  <a:pt x="282937" y="158750"/>
                </a:lnTo>
                <a:lnTo>
                  <a:pt x="283050" y="163830"/>
                </a:lnTo>
                <a:lnTo>
                  <a:pt x="283175" y="190500"/>
                </a:lnTo>
                <a:lnTo>
                  <a:pt x="283064" y="213360"/>
                </a:lnTo>
                <a:lnTo>
                  <a:pt x="282682" y="231140"/>
                </a:lnTo>
                <a:lnTo>
                  <a:pt x="282510" y="245110"/>
                </a:lnTo>
                <a:lnTo>
                  <a:pt x="281525" y="250190"/>
                </a:lnTo>
                <a:close/>
              </a:path>
              <a:path w="390525" h="389890">
                <a:moveTo>
                  <a:pt x="204335" y="229870"/>
                </a:moveTo>
                <a:lnTo>
                  <a:pt x="185739" y="229870"/>
                </a:lnTo>
                <a:lnTo>
                  <a:pt x="176986" y="226060"/>
                </a:lnTo>
                <a:lnTo>
                  <a:pt x="159341" y="199390"/>
                </a:lnTo>
                <a:lnTo>
                  <a:pt x="159359" y="189230"/>
                </a:lnTo>
                <a:lnTo>
                  <a:pt x="185862" y="160020"/>
                </a:lnTo>
                <a:lnTo>
                  <a:pt x="190423" y="158750"/>
                </a:lnTo>
                <a:lnTo>
                  <a:pt x="199918" y="158750"/>
                </a:lnTo>
                <a:lnTo>
                  <a:pt x="230178" y="185420"/>
                </a:lnTo>
                <a:lnTo>
                  <a:pt x="231081" y="190500"/>
                </a:lnTo>
                <a:lnTo>
                  <a:pt x="231069" y="194310"/>
                </a:lnTo>
                <a:lnTo>
                  <a:pt x="230785" y="194310"/>
                </a:lnTo>
                <a:lnTo>
                  <a:pt x="230785" y="199390"/>
                </a:lnTo>
                <a:lnTo>
                  <a:pt x="213094" y="226060"/>
                </a:lnTo>
                <a:lnTo>
                  <a:pt x="204335" y="2298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226529" y="4333142"/>
            <a:ext cx="4291965" cy="281622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algn="ctr" marR="448945">
              <a:lnSpc>
                <a:spcPct val="100000"/>
              </a:lnSpc>
              <a:spcBef>
                <a:spcPts val="1125"/>
              </a:spcBef>
            </a:pPr>
            <a:r>
              <a:rPr dirty="0" sz="2750" spc="-5">
                <a:latin typeface="Verdana"/>
                <a:cs typeface="Verdana"/>
              </a:rPr>
              <a:t>email.info.com</a:t>
            </a:r>
            <a:endParaRPr sz="2750">
              <a:latin typeface="Verdana"/>
              <a:cs typeface="Verdana"/>
            </a:endParaRPr>
          </a:p>
          <a:p>
            <a:pPr algn="ctr" marR="450850">
              <a:lnSpc>
                <a:spcPct val="100000"/>
              </a:lnSpc>
              <a:spcBef>
                <a:spcPts val="1035"/>
              </a:spcBef>
            </a:pPr>
            <a:r>
              <a:rPr dirty="0" sz="2750" spc="-635">
                <a:latin typeface="Verdana"/>
                <a:cs typeface="Verdana"/>
              </a:rPr>
              <a:t>+</a:t>
            </a:r>
            <a:r>
              <a:rPr dirty="0" sz="2750" spc="85">
                <a:latin typeface="Verdana"/>
                <a:cs typeface="Verdana"/>
              </a:rPr>
              <a:t>00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85">
                <a:latin typeface="Verdana"/>
                <a:cs typeface="Verdana"/>
              </a:rPr>
              <a:t>000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85">
                <a:latin typeface="Verdana"/>
                <a:cs typeface="Verdana"/>
              </a:rPr>
              <a:t>000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85">
                <a:latin typeface="Verdana"/>
                <a:cs typeface="Verdana"/>
              </a:rPr>
              <a:t>000</a:t>
            </a:r>
            <a:endParaRPr sz="2750">
              <a:latin typeface="Verdana"/>
              <a:cs typeface="Verdana"/>
            </a:endParaRPr>
          </a:p>
          <a:p>
            <a:pPr marL="12700" marR="460375" indent="784225">
              <a:lnSpc>
                <a:spcPct val="131200"/>
              </a:lnSpc>
            </a:pPr>
            <a:r>
              <a:rPr dirty="0" sz="2750" spc="25">
                <a:latin typeface="Verdana"/>
                <a:cs typeface="Verdana"/>
              </a:rPr>
              <a:t>website.com </a:t>
            </a:r>
            <a:r>
              <a:rPr dirty="0" sz="2750" spc="30">
                <a:latin typeface="Verdana"/>
                <a:cs typeface="Verdana"/>
              </a:rPr>
              <a:t> </a:t>
            </a:r>
            <a:r>
              <a:rPr dirty="0" sz="2750" spc="-175">
                <a:latin typeface="Verdana"/>
                <a:cs typeface="Verdana"/>
              </a:rPr>
              <a:t>S</a:t>
            </a:r>
            <a:r>
              <a:rPr dirty="0" sz="2750" spc="40">
                <a:latin typeface="Verdana"/>
                <a:cs typeface="Verdana"/>
              </a:rPr>
              <a:t>t</a:t>
            </a:r>
            <a:r>
              <a:rPr dirty="0" sz="2750" spc="-105">
                <a:latin typeface="Verdana"/>
                <a:cs typeface="Verdana"/>
              </a:rPr>
              <a:t>r</a:t>
            </a:r>
            <a:r>
              <a:rPr dirty="0" sz="2750" spc="35">
                <a:latin typeface="Verdana"/>
                <a:cs typeface="Verdana"/>
              </a:rPr>
              <a:t>ee</a:t>
            </a:r>
            <a:r>
              <a:rPr dirty="0" sz="2750" spc="40">
                <a:latin typeface="Verdana"/>
                <a:cs typeface="Verdana"/>
              </a:rPr>
              <a:t>t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-65">
                <a:latin typeface="Verdana"/>
                <a:cs typeface="Verdana"/>
              </a:rPr>
              <a:t>X</a:t>
            </a:r>
            <a:r>
              <a:rPr dirty="0" sz="2750" spc="-415">
                <a:latin typeface="Verdana"/>
                <a:cs typeface="Verdana"/>
              </a:rPr>
              <a:t>,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75">
                <a:latin typeface="Verdana"/>
                <a:cs typeface="Verdana"/>
              </a:rPr>
              <a:t>C</a:t>
            </a:r>
            <a:r>
              <a:rPr dirty="0" sz="2750" spc="-10">
                <a:latin typeface="Verdana"/>
                <a:cs typeface="Verdana"/>
              </a:rPr>
              <a:t>i</a:t>
            </a:r>
            <a:r>
              <a:rPr dirty="0" sz="2750" spc="10">
                <a:latin typeface="Verdana"/>
                <a:cs typeface="Verdana"/>
              </a:rPr>
              <a:t>t</a:t>
            </a:r>
            <a:r>
              <a:rPr dirty="0" sz="2750" spc="-125">
                <a:latin typeface="Verdana"/>
                <a:cs typeface="Verdana"/>
              </a:rPr>
              <a:t>y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-65">
                <a:latin typeface="Verdana"/>
                <a:cs typeface="Verdana"/>
              </a:rPr>
              <a:t>X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-190">
                <a:latin typeface="Verdana"/>
                <a:cs typeface="Verdana"/>
              </a:rPr>
              <a:t>-</a:t>
            </a:r>
            <a:r>
              <a:rPr dirty="0" sz="2750" spc="-240">
                <a:latin typeface="Verdana"/>
                <a:cs typeface="Verdana"/>
              </a:rPr>
              <a:t> </a:t>
            </a:r>
            <a:r>
              <a:rPr dirty="0" sz="2750" spc="85">
                <a:latin typeface="Verdana"/>
                <a:cs typeface="Verdana"/>
              </a:rPr>
              <a:t>0000</a:t>
            </a:r>
            <a:endParaRPr sz="2750">
              <a:latin typeface="Verdana"/>
              <a:cs typeface="Verdana"/>
            </a:endParaRPr>
          </a:p>
          <a:p>
            <a:pPr marL="1817370">
              <a:lnSpc>
                <a:spcPct val="100000"/>
              </a:lnSpc>
              <a:spcBef>
                <a:spcPts val="1345"/>
              </a:spcBef>
            </a:pPr>
            <a:r>
              <a:rPr dirty="0" sz="2750" spc="90">
                <a:latin typeface="Verdana"/>
                <a:cs typeface="Verdana"/>
              </a:rPr>
              <a:t>@brandname</a:t>
            </a:r>
            <a:endParaRPr sz="27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5493" y="8083629"/>
            <a:ext cx="2619374" cy="6667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2023-06-03T00:44:29Z</dcterms:created>
  <dcterms:modified xsi:type="dcterms:W3CDTF">2023-06-03T00:44:29Z</dcterms:modified>
</cp:coreProperties>
</file>